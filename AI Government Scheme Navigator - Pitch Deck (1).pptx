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DISCOVERY, SIMPLIFIED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Government Scheme &amp; Compliance Navigator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MSMEs and NGOs discover, understand, and apply for government schemes — without the paperwork maze.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657600" y="4069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 exist. Most MSMEs and NGOs never find the ones they qualify for.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989320"/>
            <a:ext cx="3840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 •   Hackathon Name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support exists — but it's nearly impossible to find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ministries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and NGOs miss eligible grants, loans, and compliance benefits scattered across dozens of ministries and portals.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4231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dense 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criteria are buried in dense, inconsistent legal and procedural language.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compliance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like GST, MSME/Udyam registration, FCRA, and 12A/80G are confusing and easy to get wrong.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4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4348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4361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mistakes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errors and missed deadlines lead to rejected applications and lost funding.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real support goes unused, year after year.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Real eligibility answers. Plain-language guidance.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618488" y="20299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1848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size, registration status, location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7248" y="3200400"/>
            <a:ext cx="21945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64992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299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7872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eligibility criteria — not generic search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3200400"/>
            <a:ext cx="21945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9904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68312" y="202996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068312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reasons, grounded in official text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77072" y="3200400"/>
            <a:ext cx="21945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14816" y="228600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793224" y="20299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9769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apply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997696" y="3154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answers document and process questions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892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Explainable. Accurate. Grounded.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05840" y="5349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 in real official scheme text — not a generic chatbot wrapper guessing at eligibility.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closer look at what happens after you hit submit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1540" y="1943100"/>
            <a:ext cx="0" cy="3657600"/>
          </a:xfrm>
          <a:prstGeom prst="line">
            <a:avLst/>
          </a:prstGeom>
          <a:noFill/>
          <a:ln w="25400">
            <a:solidFill>
              <a:srgbClr val="D8E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sector, size, registration status, location, and specific needs through a short guided intake 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786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matches eligibility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is checked against structured eligibility criteria drawn from curated scheme data sourced from myScheme.gov.in.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930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why you qualify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867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layer translates dense legal eligibility text into clear, plain-language reasoning for every matched scheme.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407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chatbot anything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 on documents, deadlines, and application steps — every response is grounded in real scheme text, never guessed.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3218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everything on one dashboard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696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schemes, compliance checklists, and application guidance, together with deadline tracking, all in one view.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profile to guidance — every step grounded in real data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work together: eligibility matching is rule-based and fully explainable, while two AI layers handle plain-language reasoning and open-ended Q&amp;A — both grounded in the same curated scheme dataset, so nothing is guessed.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80560" y="181051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617720" y="1883664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17720" y="2107692"/>
            <a:ext cx="292608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size, registration, needs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0" y="25146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22B3A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2587752"/>
            <a:ext cx="3840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 Matching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811780"/>
            <a:ext cx="384048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profile to structured scheme criteria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2404872"/>
            <a:ext cx="0" cy="109728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3611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85032"/>
            <a:ext cx="3749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046220"/>
            <a:ext cx="37490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you're eligible — plain-language reasoning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40880" y="3611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685032"/>
            <a:ext cx="3749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4046220"/>
            <a:ext cx="374904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Q&amp;A: eligibility, benefits, application steps, documents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H="1">
            <a:off x="3108960" y="3108960"/>
            <a:ext cx="2971800" cy="50292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3108960"/>
            <a:ext cx="2971800" cy="50292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37560" y="498348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5056632"/>
            <a:ext cx="5212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5326380"/>
            <a:ext cx="52120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schemes + compliance checklist + application guidance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0" y="4480560"/>
            <a:ext cx="2377440" cy="50292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6675120" y="4480560"/>
            <a:ext cx="2377440" cy="50292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curated from myScheme.gov.in — the official government platform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accuracy, speed, and real government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64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264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240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3264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/ 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4114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4389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API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29600" y="41148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389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 — Central + State, MSME &amp; NGO focus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platform goes from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document verification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income certificates and registration proofs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applications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304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forms using profile and scheme requirements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compliance expansion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995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FCRA, 12A, and 80G data sources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118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3995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renewal reminders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687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accessibility across India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5303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expansion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5687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coverage beyond central schemes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2026-07-15T18:29:26Z</dcterms:created>
  <dcterms:modified xsi:type="dcterms:W3CDTF">2026-07-15T18:29:26Z</dcterms:modified>
</cp:coreProperties>
</file>