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77343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848" y="-45983"/>
            <a:ext cx="11556997" cy="7807319"/>
            <a:chOff x="0" y="0"/>
            <a:chExt cx="11557000" cy="7807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2988"/>
              <a:ext cx="11430000" cy="7681347"/>
            </a:xfrm>
            <a:custGeom>
              <a:avLst/>
              <a:gdLst/>
              <a:ahLst/>
              <a:cxnLst/>
              <a:rect r="r" b="b" t="t" l="l"/>
              <a:pathLst>
                <a:path h="7681347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81346"/>
                  </a:lnTo>
                  <a:lnTo>
                    <a:pt x="0" y="76813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8326" y="67775"/>
              <a:ext cx="11420348" cy="7671899"/>
            </a:xfrm>
            <a:custGeom>
              <a:avLst/>
              <a:gdLst/>
              <a:ahLst/>
              <a:cxnLst/>
              <a:rect r="r" b="b" t="t" l="l"/>
              <a:pathLst>
                <a:path h="7671899" w="11420348">
                  <a:moveTo>
                    <a:pt x="0" y="0"/>
                  </a:moveTo>
                  <a:lnTo>
                    <a:pt x="0" y="7671898"/>
                  </a:lnTo>
                  <a:lnTo>
                    <a:pt x="11420348" y="7671898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2988"/>
              <a:ext cx="11430000" cy="7681347"/>
            </a:xfrm>
            <a:custGeom>
              <a:avLst/>
              <a:gdLst/>
              <a:ahLst/>
              <a:cxnLst/>
              <a:rect r="r" b="b" t="t" l="l"/>
              <a:pathLst>
                <a:path h="7681347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81346"/>
                  </a:lnTo>
                  <a:lnTo>
                    <a:pt x="0" y="7681346"/>
                  </a:lnTo>
                  <a:close/>
                </a:path>
              </a:pathLst>
            </a:custGeom>
            <a:blipFill>
              <a:blip r:embed="rId2"/>
              <a:stretch>
                <a:fillRect l="-402" t="0" r="-40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5095875"/>
            <a:ext cx="9525" cy="457200"/>
            <a:chOff x="0" y="0"/>
            <a:chExt cx="9525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5" cy="457200"/>
            </a:xfrm>
            <a:custGeom>
              <a:avLst/>
              <a:gdLst/>
              <a:ahLst/>
              <a:cxnLst/>
              <a:rect r="r" b="b" t="t" l="l"/>
              <a:pathLst>
                <a:path h="457200" w="9525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955" y="624302"/>
            <a:ext cx="11499910" cy="6468699"/>
          </a:xfrm>
          <a:custGeom>
            <a:avLst/>
            <a:gdLst/>
            <a:ahLst/>
            <a:cxnLst/>
            <a:rect r="r" b="b" t="t" l="l"/>
            <a:pathLst>
              <a:path h="6468699" w="11499910">
                <a:moveTo>
                  <a:pt x="0" y="0"/>
                </a:moveTo>
                <a:lnTo>
                  <a:pt x="11499910" y="0"/>
                </a:lnTo>
                <a:lnTo>
                  <a:pt x="11499910" y="6468699"/>
                </a:lnTo>
                <a:lnTo>
                  <a:pt x="0" y="646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116" y="471703"/>
            <a:ext cx="10999768" cy="6803390"/>
          </a:xfrm>
          <a:custGeom>
            <a:avLst/>
            <a:gdLst/>
            <a:ahLst/>
            <a:cxnLst/>
            <a:rect r="r" b="b" t="t" l="l"/>
            <a:pathLst>
              <a:path h="6803390" w="10999768">
                <a:moveTo>
                  <a:pt x="0" y="0"/>
                </a:moveTo>
                <a:lnTo>
                  <a:pt x="10999768" y="0"/>
                </a:lnTo>
                <a:lnTo>
                  <a:pt x="10999768" y="6803390"/>
                </a:lnTo>
                <a:lnTo>
                  <a:pt x="0" y="6803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3" r="0" b="-38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59730" y="6981558"/>
            <a:ext cx="360045" cy="360045"/>
            <a:chOff x="0" y="0"/>
            <a:chExt cx="480060" cy="4800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248" y="48211"/>
              <a:ext cx="372662" cy="381209"/>
            </a:xfrm>
            <a:custGeom>
              <a:avLst/>
              <a:gdLst/>
              <a:ahLst/>
              <a:cxnLst/>
              <a:rect r="r" b="b" t="t" l="l"/>
              <a:pathLst>
                <a:path h="381209" w="372662">
                  <a:moveTo>
                    <a:pt x="372662" y="133399"/>
                  </a:moveTo>
                  <a:cubicBezTo>
                    <a:pt x="372662" y="254049"/>
                    <a:pt x="358692" y="284529"/>
                    <a:pt x="340912" y="308659"/>
                  </a:cubicBezTo>
                  <a:cubicBezTo>
                    <a:pt x="321862" y="331519"/>
                    <a:pt x="295192" y="351839"/>
                    <a:pt x="268522" y="364539"/>
                  </a:cubicBezTo>
                  <a:cubicBezTo>
                    <a:pt x="241852" y="375969"/>
                    <a:pt x="208832" y="382319"/>
                    <a:pt x="178352" y="381049"/>
                  </a:cubicBezTo>
                  <a:cubicBezTo>
                    <a:pt x="149142" y="378509"/>
                    <a:pt x="117392" y="368349"/>
                    <a:pt x="91992" y="353109"/>
                  </a:cubicBezTo>
                  <a:cubicBezTo>
                    <a:pt x="66592" y="337869"/>
                    <a:pt x="42462" y="315009"/>
                    <a:pt x="27222" y="289609"/>
                  </a:cubicBezTo>
                  <a:cubicBezTo>
                    <a:pt x="11982" y="264209"/>
                    <a:pt x="1822" y="231189"/>
                    <a:pt x="552" y="201979"/>
                  </a:cubicBezTo>
                  <a:cubicBezTo>
                    <a:pt x="-1988" y="172769"/>
                    <a:pt x="4362" y="139749"/>
                    <a:pt x="17062" y="111809"/>
                  </a:cubicBezTo>
                  <a:cubicBezTo>
                    <a:pt x="28492" y="85139"/>
                    <a:pt x="50082" y="58469"/>
                    <a:pt x="72942" y="40689"/>
                  </a:cubicBezTo>
                  <a:cubicBezTo>
                    <a:pt x="95802" y="22909"/>
                    <a:pt x="127552" y="8939"/>
                    <a:pt x="156762" y="2589"/>
                  </a:cubicBezTo>
                  <a:cubicBezTo>
                    <a:pt x="184702" y="-2491"/>
                    <a:pt x="218992" y="49"/>
                    <a:pt x="246932" y="8939"/>
                  </a:cubicBezTo>
                  <a:cubicBezTo>
                    <a:pt x="274872" y="17829"/>
                    <a:pt x="325672" y="55929"/>
                    <a:pt x="325672" y="5592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17393" y="991286"/>
            <a:ext cx="1160145" cy="342900"/>
            <a:chOff x="0" y="0"/>
            <a:chExt cx="1546860" cy="45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7867" y="42377"/>
              <a:ext cx="1450690" cy="364750"/>
            </a:xfrm>
            <a:custGeom>
              <a:avLst/>
              <a:gdLst/>
              <a:ahLst/>
              <a:cxnLst/>
              <a:rect r="r" b="b" t="t" l="l"/>
              <a:pathLst>
                <a:path h="364750" w="1450690">
                  <a:moveTo>
                    <a:pt x="1302143" y="284013"/>
                  </a:moveTo>
                  <a:cubicBezTo>
                    <a:pt x="1175143" y="273853"/>
                    <a:pt x="1123073" y="301793"/>
                    <a:pt x="1084973" y="308143"/>
                  </a:cubicBezTo>
                  <a:cubicBezTo>
                    <a:pt x="1057033" y="313223"/>
                    <a:pt x="1034173" y="315763"/>
                    <a:pt x="1008773" y="311953"/>
                  </a:cubicBezTo>
                  <a:cubicBezTo>
                    <a:pt x="978293" y="308143"/>
                    <a:pt x="940193" y="299253"/>
                    <a:pt x="917333" y="280203"/>
                  </a:cubicBezTo>
                  <a:cubicBezTo>
                    <a:pt x="894473" y="259883"/>
                    <a:pt x="876693" y="223053"/>
                    <a:pt x="871613" y="195113"/>
                  </a:cubicBezTo>
                  <a:cubicBezTo>
                    <a:pt x="866533" y="173523"/>
                    <a:pt x="869073" y="151933"/>
                    <a:pt x="877963" y="130343"/>
                  </a:cubicBezTo>
                  <a:cubicBezTo>
                    <a:pt x="888123" y="104943"/>
                    <a:pt x="917333" y="71923"/>
                    <a:pt x="940193" y="57953"/>
                  </a:cubicBezTo>
                  <a:cubicBezTo>
                    <a:pt x="959243" y="45253"/>
                    <a:pt x="975753" y="43983"/>
                    <a:pt x="1002423" y="41443"/>
                  </a:cubicBezTo>
                  <a:cubicBezTo>
                    <a:pt x="1051953" y="35093"/>
                    <a:pt x="1164983" y="31283"/>
                    <a:pt x="1211973" y="43983"/>
                  </a:cubicBezTo>
                  <a:cubicBezTo>
                    <a:pt x="1238643" y="50333"/>
                    <a:pt x="1253883" y="57953"/>
                    <a:pt x="1270393" y="74463"/>
                  </a:cubicBezTo>
                  <a:cubicBezTo>
                    <a:pt x="1289443" y="93513"/>
                    <a:pt x="1312303" y="130343"/>
                    <a:pt x="1314843" y="159553"/>
                  </a:cubicBezTo>
                  <a:cubicBezTo>
                    <a:pt x="1318653" y="190033"/>
                    <a:pt x="1309763" y="229403"/>
                    <a:pt x="1291983" y="254803"/>
                  </a:cubicBezTo>
                  <a:cubicBezTo>
                    <a:pt x="1275473" y="278933"/>
                    <a:pt x="1246263" y="295443"/>
                    <a:pt x="1211973" y="309413"/>
                  </a:cubicBezTo>
                  <a:cubicBezTo>
                    <a:pt x="1164983" y="331003"/>
                    <a:pt x="1084973" y="342433"/>
                    <a:pt x="1026553" y="351323"/>
                  </a:cubicBezTo>
                  <a:cubicBezTo>
                    <a:pt x="974483" y="358943"/>
                    <a:pt x="921143" y="369103"/>
                    <a:pt x="876693" y="362753"/>
                  </a:cubicBezTo>
                  <a:cubicBezTo>
                    <a:pt x="841133" y="358943"/>
                    <a:pt x="806843" y="350053"/>
                    <a:pt x="782713" y="329733"/>
                  </a:cubicBezTo>
                  <a:cubicBezTo>
                    <a:pt x="759853" y="309413"/>
                    <a:pt x="739533" y="273853"/>
                    <a:pt x="734453" y="242103"/>
                  </a:cubicBezTo>
                  <a:cubicBezTo>
                    <a:pt x="730643" y="211623"/>
                    <a:pt x="742073" y="169713"/>
                    <a:pt x="756043" y="145583"/>
                  </a:cubicBezTo>
                  <a:cubicBezTo>
                    <a:pt x="768743" y="125263"/>
                    <a:pt x="786523" y="110023"/>
                    <a:pt x="805573" y="99863"/>
                  </a:cubicBezTo>
                  <a:cubicBezTo>
                    <a:pt x="824623" y="88433"/>
                    <a:pt x="850023" y="92243"/>
                    <a:pt x="870343" y="82083"/>
                  </a:cubicBezTo>
                  <a:cubicBezTo>
                    <a:pt x="894473" y="70653"/>
                    <a:pt x="916063" y="38903"/>
                    <a:pt x="941463" y="30013"/>
                  </a:cubicBezTo>
                  <a:cubicBezTo>
                    <a:pt x="963053" y="21123"/>
                    <a:pt x="985913" y="18583"/>
                    <a:pt x="1007503" y="19853"/>
                  </a:cubicBezTo>
                  <a:cubicBezTo>
                    <a:pt x="1030363" y="22393"/>
                    <a:pt x="1053223" y="28743"/>
                    <a:pt x="1072273" y="43983"/>
                  </a:cubicBezTo>
                  <a:cubicBezTo>
                    <a:pt x="1095133" y="60493"/>
                    <a:pt x="1121803" y="94783"/>
                    <a:pt x="1129423" y="125263"/>
                  </a:cubicBezTo>
                  <a:cubicBezTo>
                    <a:pt x="1138313" y="155743"/>
                    <a:pt x="1130693" y="198923"/>
                    <a:pt x="1119263" y="225593"/>
                  </a:cubicBezTo>
                  <a:cubicBezTo>
                    <a:pt x="1109103" y="247183"/>
                    <a:pt x="1101483" y="262423"/>
                    <a:pt x="1074813" y="276393"/>
                  </a:cubicBezTo>
                  <a:cubicBezTo>
                    <a:pt x="1003693" y="315763"/>
                    <a:pt x="687463" y="342433"/>
                    <a:pt x="601103" y="339893"/>
                  </a:cubicBezTo>
                  <a:cubicBezTo>
                    <a:pt x="568083" y="338623"/>
                    <a:pt x="554113" y="336083"/>
                    <a:pt x="533793" y="327193"/>
                  </a:cubicBezTo>
                  <a:cubicBezTo>
                    <a:pt x="513473" y="318303"/>
                    <a:pt x="494423" y="301793"/>
                    <a:pt x="480453" y="285283"/>
                  </a:cubicBezTo>
                  <a:cubicBezTo>
                    <a:pt x="467753" y="267503"/>
                    <a:pt x="456323" y="244643"/>
                    <a:pt x="452513" y="223053"/>
                  </a:cubicBezTo>
                  <a:cubicBezTo>
                    <a:pt x="448703" y="200193"/>
                    <a:pt x="448703" y="177333"/>
                    <a:pt x="457593" y="154473"/>
                  </a:cubicBezTo>
                  <a:cubicBezTo>
                    <a:pt x="467753" y="127803"/>
                    <a:pt x="488073" y="96053"/>
                    <a:pt x="519823" y="75733"/>
                  </a:cubicBezTo>
                  <a:cubicBezTo>
                    <a:pt x="570623" y="42713"/>
                    <a:pt x="683653" y="28743"/>
                    <a:pt x="752233" y="18583"/>
                  </a:cubicBezTo>
                  <a:cubicBezTo>
                    <a:pt x="803033" y="12233"/>
                    <a:pt x="851293" y="4613"/>
                    <a:pt x="890663" y="14773"/>
                  </a:cubicBezTo>
                  <a:cubicBezTo>
                    <a:pt x="924953" y="23663"/>
                    <a:pt x="957973" y="41443"/>
                    <a:pt x="978293" y="66843"/>
                  </a:cubicBezTo>
                  <a:cubicBezTo>
                    <a:pt x="997343" y="90973"/>
                    <a:pt x="1010043" y="131613"/>
                    <a:pt x="1008773" y="163363"/>
                  </a:cubicBezTo>
                  <a:cubicBezTo>
                    <a:pt x="1006233" y="195113"/>
                    <a:pt x="989723" y="233213"/>
                    <a:pt x="966863" y="256073"/>
                  </a:cubicBezTo>
                  <a:cubicBezTo>
                    <a:pt x="945273" y="278933"/>
                    <a:pt x="919873" y="289093"/>
                    <a:pt x="875423" y="297983"/>
                  </a:cubicBezTo>
                  <a:cubicBezTo>
                    <a:pt x="770013" y="322113"/>
                    <a:pt x="444893" y="284013"/>
                    <a:pt x="324243" y="301793"/>
                  </a:cubicBezTo>
                  <a:cubicBezTo>
                    <a:pt x="263283" y="310683"/>
                    <a:pt x="234073" y="347513"/>
                    <a:pt x="188353" y="341163"/>
                  </a:cubicBezTo>
                  <a:cubicBezTo>
                    <a:pt x="132473" y="332273"/>
                    <a:pt x="43573" y="258613"/>
                    <a:pt x="18173" y="224323"/>
                  </a:cubicBezTo>
                  <a:cubicBezTo>
                    <a:pt x="5473" y="207813"/>
                    <a:pt x="5473" y="195113"/>
                    <a:pt x="2933" y="179873"/>
                  </a:cubicBezTo>
                  <a:cubicBezTo>
                    <a:pt x="393" y="163363"/>
                    <a:pt x="-2147" y="149393"/>
                    <a:pt x="2933" y="131613"/>
                  </a:cubicBezTo>
                  <a:cubicBezTo>
                    <a:pt x="8013" y="107483"/>
                    <a:pt x="24523" y="68113"/>
                    <a:pt x="46113" y="47793"/>
                  </a:cubicBezTo>
                  <a:cubicBezTo>
                    <a:pt x="67703" y="27473"/>
                    <a:pt x="101993" y="10963"/>
                    <a:pt x="131203" y="8423"/>
                  </a:cubicBezTo>
                  <a:cubicBezTo>
                    <a:pt x="161683" y="4613"/>
                    <a:pt x="198513" y="12233"/>
                    <a:pt x="223913" y="27473"/>
                  </a:cubicBezTo>
                  <a:cubicBezTo>
                    <a:pt x="249313" y="42713"/>
                    <a:pt x="274713" y="71923"/>
                    <a:pt x="284873" y="99863"/>
                  </a:cubicBezTo>
                  <a:cubicBezTo>
                    <a:pt x="296303" y="126533"/>
                    <a:pt x="295033" y="168443"/>
                    <a:pt x="291223" y="193843"/>
                  </a:cubicBezTo>
                  <a:cubicBezTo>
                    <a:pt x="287413" y="211623"/>
                    <a:pt x="282333" y="223053"/>
                    <a:pt x="270903" y="237023"/>
                  </a:cubicBezTo>
                  <a:cubicBezTo>
                    <a:pt x="255663" y="257343"/>
                    <a:pt x="223913" y="285283"/>
                    <a:pt x="195973" y="294173"/>
                  </a:cubicBezTo>
                  <a:cubicBezTo>
                    <a:pt x="168033" y="304333"/>
                    <a:pt x="129933" y="304333"/>
                    <a:pt x="101993" y="295443"/>
                  </a:cubicBezTo>
                  <a:cubicBezTo>
                    <a:pt x="74053" y="285283"/>
                    <a:pt x="42303" y="257343"/>
                    <a:pt x="27063" y="238293"/>
                  </a:cubicBezTo>
                  <a:cubicBezTo>
                    <a:pt x="15633" y="224323"/>
                    <a:pt x="9283" y="212893"/>
                    <a:pt x="6743" y="195113"/>
                  </a:cubicBezTo>
                  <a:cubicBezTo>
                    <a:pt x="1663" y="169713"/>
                    <a:pt x="393" y="127803"/>
                    <a:pt x="10553" y="101133"/>
                  </a:cubicBezTo>
                  <a:cubicBezTo>
                    <a:pt x="21983" y="73193"/>
                    <a:pt x="51193" y="43983"/>
                    <a:pt x="71513" y="28743"/>
                  </a:cubicBezTo>
                  <a:cubicBezTo>
                    <a:pt x="86753" y="17313"/>
                    <a:pt x="98183" y="13503"/>
                    <a:pt x="115963" y="10963"/>
                  </a:cubicBezTo>
                  <a:cubicBezTo>
                    <a:pt x="141363" y="7153"/>
                    <a:pt x="183273" y="8423"/>
                    <a:pt x="209943" y="19853"/>
                  </a:cubicBezTo>
                  <a:cubicBezTo>
                    <a:pt x="236613" y="32553"/>
                    <a:pt x="273443" y="88433"/>
                    <a:pt x="278523" y="84623"/>
                  </a:cubicBezTo>
                  <a:cubicBezTo>
                    <a:pt x="282333" y="82083"/>
                    <a:pt x="249313" y="41443"/>
                    <a:pt x="258203" y="27473"/>
                  </a:cubicBezTo>
                  <a:cubicBezTo>
                    <a:pt x="272173" y="5883"/>
                    <a:pt x="358533" y="12233"/>
                    <a:pt x="430923" y="8423"/>
                  </a:cubicBezTo>
                  <a:cubicBezTo>
                    <a:pt x="546493" y="3343"/>
                    <a:pt x="799223" y="-10627"/>
                    <a:pt x="890663" y="14773"/>
                  </a:cubicBezTo>
                  <a:cubicBezTo>
                    <a:pt x="933843" y="27473"/>
                    <a:pt x="957973" y="41443"/>
                    <a:pt x="978293" y="66843"/>
                  </a:cubicBezTo>
                  <a:cubicBezTo>
                    <a:pt x="997343" y="90973"/>
                    <a:pt x="1010043" y="131613"/>
                    <a:pt x="1008773" y="163363"/>
                  </a:cubicBezTo>
                  <a:cubicBezTo>
                    <a:pt x="1006233" y="195113"/>
                    <a:pt x="989723" y="233213"/>
                    <a:pt x="966863" y="256073"/>
                  </a:cubicBezTo>
                  <a:cubicBezTo>
                    <a:pt x="945273" y="278933"/>
                    <a:pt x="908443" y="290363"/>
                    <a:pt x="875423" y="297983"/>
                  </a:cubicBezTo>
                  <a:cubicBezTo>
                    <a:pt x="837323" y="308143"/>
                    <a:pt x="794143" y="299253"/>
                    <a:pt x="752233" y="305603"/>
                  </a:cubicBezTo>
                  <a:cubicBezTo>
                    <a:pt x="703973" y="313223"/>
                    <a:pt x="641743" y="338623"/>
                    <a:pt x="601103" y="339893"/>
                  </a:cubicBezTo>
                  <a:cubicBezTo>
                    <a:pt x="574433" y="339893"/>
                    <a:pt x="554113" y="336083"/>
                    <a:pt x="533793" y="327193"/>
                  </a:cubicBezTo>
                  <a:cubicBezTo>
                    <a:pt x="513473" y="318303"/>
                    <a:pt x="494423" y="301793"/>
                    <a:pt x="480453" y="285283"/>
                  </a:cubicBezTo>
                  <a:cubicBezTo>
                    <a:pt x="467753" y="267503"/>
                    <a:pt x="456323" y="245913"/>
                    <a:pt x="452513" y="223053"/>
                  </a:cubicBezTo>
                  <a:cubicBezTo>
                    <a:pt x="449973" y="193843"/>
                    <a:pt x="455053" y="150663"/>
                    <a:pt x="471563" y="122723"/>
                  </a:cubicBezTo>
                  <a:cubicBezTo>
                    <a:pt x="488073" y="96053"/>
                    <a:pt x="512203" y="75733"/>
                    <a:pt x="551573" y="61763"/>
                  </a:cubicBezTo>
                  <a:cubicBezTo>
                    <a:pt x="626503" y="33823"/>
                    <a:pt x="829703" y="57953"/>
                    <a:pt x="910983" y="45253"/>
                  </a:cubicBezTo>
                  <a:cubicBezTo>
                    <a:pt x="954163" y="38903"/>
                    <a:pt x="979563" y="18583"/>
                    <a:pt x="1007503" y="19853"/>
                  </a:cubicBezTo>
                  <a:cubicBezTo>
                    <a:pt x="1031633" y="21123"/>
                    <a:pt x="1053223" y="31283"/>
                    <a:pt x="1072273" y="43983"/>
                  </a:cubicBezTo>
                  <a:cubicBezTo>
                    <a:pt x="1090053" y="55413"/>
                    <a:pt x="1106563" y="74463"/>
                    <a:pt x="1117993" y="93513"/>
                  </a:cubicBezTo>
                  <a:cubicBezTo>
                    <a:pt x="1128153" y="112563"/>
                    <a:pt x="1134503" y="137963"/>
                    <a:pt x="1134503" y="159553"/>
                  </a:cubicBezTo>
                  <a:cubicBezTo>
                    <a:pt x="1134503" y="181143"/>
                    <a:pt x="1129423" y="205273"/>
                    <a:pt x="1119263" y="225593"/>
                  </a:cubicBezTo>
                  <a:cubicBezTo>
                    <a:pt x="1109103" y="244643"/>
                    <a:pt x="1097673" y="259883"/>
                    <a:pt x="1074813" y="276393"/>
                  </a:cubicBezTo>
                  <a:cubicBezTo>
                    <a:pt x="1034173" y="306873"/>
                    <a:pt x="926223" y="358943"/>
                    <a:pt x="876693" y="362753"/>
                  </a:cubicBezTo>
                  <a:cubicBezTo>
                    <a:pt x="850023" y="365293"/>
                    <a:pt x="832243" y="360213"/>
                    <a:pt x="811923" y="348783"/>
                  </a:cubicBezTo>
                  <a:cubicBezTo>
                    <a:pt x="786523" y="334813"/>
                    <a:pt x="756043" y="300523"/>
                    <a:pt x="743343" y="275123"/>
                  </a:cubicBezTo>
                  <a:cubicBezTo>
                    <a:pt x="733183" y="253533"/>
                    <a:pt x="730643" y="231943"/>
                    <a:pt x="734453" y="209083"/>
                  </a:cubicBezTo>
                  <a:cubicBezTo>
                    <a:pt x="738263" y="179873"/>
                    <a:pt x="758583" y="140503"/>
                    <a:pt x="778903" y="118913"/>
                  </a:cubicBezTo>
                  <a:cubicBezTo>
                    <a:pt x="794143" y="102403"/>
                    <a:pt x="811923" y="96053"/>
                    <a:pt x="837323" y="87163"/>
                  </a:cubicBezTo>
                  <a:cubicBezTo>
                    <a:pt x="879233" y="71923"/>
                    <a:pt x="954163" y="66843"/>
                    <a:pt x="1011313" y="59223"/>
                  </a:cubicBezTo>
                  <a:cubicBezTo>
                    <a:pt x="1068463" y="51603"/>
                    <a:pt x="1137043" y="36363"/>
                    <a:pt x="1178953" y="38903"/>
                  </a:cubicBezTo>
                  <a:cubicBezTo>
                    <a:pt x="1205623" y="41443"/>
                    <a:pt x="1223403" y="43983"/>
                    <a:pt x="1242453" y="55413"/>
                  </a:cubicBezTo>
                  <a:cubicBezTo>
                    <a:pt x="1266583" y="69383"/>
                    <a:pt x="1295793" y="102403"/>
                    <a:pt x="1307223" y="127803"/>
                  </a:cubicBezTo>
                  <a:cubicBezTo>
                    <a:pt x="1317383" y="149393"/>
                    <a:pt x="1319923" y="170983"/>
                    <a:pt x="1314843" y="192573"/>
                  </a:cubicBezTo>
                  <a:cubicBezTo>
                    <a:pt x="1309763" y="220513"/>
                    <a:pt x="1289443" y="259883"/>
                    <a:pt x="1270393" y="278933"/>
                  </a:cubicBezTo>
                  <a:cubicBezTo>
                    <a:pt x="1253883" y="295443"/>
                    <a:pt x="1238643" y="303063"/>
                    <a:pt x="1211973" y="309413"/>
                  </a:cubicBezTo>
                  <a:cubicBezTo>
                    <a:pt x="1166253" y="320843"/>
                    <a:pt x="1057033" y="317033"/>
                    <a:pt x="1008773" y="311953"/>
                  </a:cubicBezTo>
                  <a:cubicBezTo>
                    <a:pt x="980833" y="309413"/>
                    <a:pt x="964323" y="309413"/>
                    <a:pt x="945273" y="297983"/>
                  </a:cubicBezTo>
                  <a:cubicBezTo>
                    <a:pt x="921143" y="284013"/>
                    <a:pt x="891933" y="252263"/>
                    <a:pt x="879233" y="226863"/>
                  </a:cubicBezTo>
                  <a:cubicBezTo>
                    <a:pt x="870343" y="206543"/>
                    <a:pt x="866533" y="184953"/>
                    <a:pt x="870343" y="163363"/>
                  </a:cubicBezTo>
                  <a:cubicBezTo>
                    <a:pt x="875423" y="135423"/>
                    <a:pt x="894473" y="97323"/>
                    <a:pt x="913523" y="77003"/>
                  </a:cubicBezTo>
                  <a:cubicBezTo>
                    <a:pt x="930033" y="60493"/>
                    <a:pt x="949083" y="50333"/>
                    <a:pt x="970673" y="45253"/>
                  </a:cubicBezTo>
                  <a:cubicBezTo>
                    <a:pt x="994803" y="40173"/>
                    <a:pt x="1018933" y="52873"/>
                    <a:pt x="1050683" y="50333"/>
                  </a:cubicBezTo>
                  <a:cubicBezTo>
                    <a:pt x="1102753" y="47793"/>
                    <a:pt x="1185303" y="10963"/>
                    <a:pt x="1246263" y="12233"/>
                  </a:cubicBezTo>
                  <a:cubicBezTo>
                    <a:pt x="1299603" y="13503"/>
                    <a:pt x="1361833" y="24933"/>
                    <a:pt x="1396123" y="49063"/>
                  </a:cubicBezTo>
                  <a:cubicBezTo>
                    <a:pt x="1422793" y="68113"/>
                    <a:pt x="1439303" y="101133"/>
                    <a:pt x="1446923" y="126533"/>
                  </a:cubicBezTo>
                  <a:cubicBezTo>
                    <a:pt x="1453273" y="146853"/>
                    <a:pt x="1450733" y="168443"/>
                    <a:pt x="1445653" y="188763"/>
                  </a:cubicBezTo>
                  <a:cubicBezTo>
                    <a:pt x="1440573" y="207813"/>
                    <a:pt x="1429143" y="228133"/>
                    <a:pt x="1415173" y="243373"/>
                  </a:cubicBezTo>
                  <a:cubicBezTo>
                    <a:pt x="1402473" y="257343"/>
                    <a:pt x="1382153" y="270043"/>
                    <a:pt x="1363103" y="277663"/>
                  </a:cubicBezTo>
                  <a:cubicBezTo>
                    <a:pt x="1345323" y="284013"/>
                    <a:pt x="1302143" y="284013"/>
                    <a:pt x="1302143" y="28401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549021"/>
            <a:ext cx="369570" cy="369570"/>
            <a:chOff x="0" y="0"/>
            <a:chExt cx="492760" cy="492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248" y="47273"/>
              <a:ext cx="384166" cy="393577"/>
            </a:xfrm>
            <a:custGeom>
              <a:avLst/>
              <a:gdLst/>
              <a:ahLst/>
              <a:cxnLst/>
              <a:rect r="r" b="b" t="t" l="l"/>
              <a:pathLst>
                <a:path h="393577" w="384166">
                  <a:moveTo>
                    <a:pt x="384092" y="138147"/>
                  </a:moveTo>
                  <a:cubicBezTo>
                    <a:pt x="385362" y="262607"/>
                    <a:pt x="370122" y="294357"/>
                    <a:pt x="351072" y="318487"/>
                  </a:cubicBezTo>
                  <a:cubicBezTo>
                    <a:pt x="333292" y="342617"/>
                    <a:pt x="305352" y="364207"/>
                    <a:pt x="277412" y="375637"/>
                  </a:cubicBezTo>
                  <a:cubicBezTo>
                    <a:pt x="249472" y="388337"/>
                    <a:pt x="215182" y="394687"/>
                    <a:pt x="184702" y="393417"/>
                  </a:cubicBezTo>
                  <a:cubicBezTo>
                    <a:pt x="154222" y="390877"/>
                    <a:pt x="121202" y="380717"/>
                    <a:pt x="94532" y="365477"/>
                  </a:cubicBezTo>
                  <a:cubicBezTo>
                    <a:pt x="69132" y="348967"/>
                    <a:pt x="43732" y="324837"/>
                    <a:pt x="28492" y="298167"/>
                  </a:cubicBezTo>
                  <a:cubicBezTo>
                    <a:pt x="11982" y="272767"/>
                    <a:pt x="1822" y="238477"/>
                    <a:pt x="552" y="207997"/>
                  </a:cubicBezTo>
                  <a:cubicBezTo>
                    <a:pt x="-1988" y="177517"/>
                    <a:pt x="4362" y="143227"/>
                    <a:pt x="17062" y="115287"/>
                  </a:cubicBezTo>
                  <a:cubicBezTo>
                    <a:pt x="29762" y="88617"/>
                    <a:pt x="51352" y="60677"/>
                    <a:pt x="75482" y="41627"/>
                  </a:cubicBezTo>
                  <a:cubicBezTo>
                    <a:pt x="99612" y="22577"/>
                    <a:pt x="131362" y="8607"/>
                    <a:pt x="161842" y="3527"/>
                  </a:cubicBezTo>
                  <a:cubicBezTo>
                    <a:pt x="191052" y="-2823"/>
                    <a:pt x="226612" y="-283"/>
                    <a:pt x="255822" y="8607"/>
                  </a:cubicBezTo>
                  <a:cubicBezTo>
                    <a:pt x="285032" y="17497"/>
                    <a:pt x="335832" y="56867"/>
                    <a:pt x="335832" y="5686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" y="526161"/>
            <a:ext cx="1424940" cy="337185"/>
            <a:chOff x="0" y="0"/>
            <a:chExt cx="1899920" cy="4495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5797" y="50800"/>
              <a:ext cx="1803444" cy="353441"/>
            </a:xfrm>
            <a:custGeom>
              <a:avLst/>
              <a:gdLst/>
              <a:ahLst/>
              <a:cxnLst/>
              <a:rect r="r" b="b" t="t" l="l"/>
              <a:pathLst>
                <a:path h="353441" w="1803444">
                  <a:moveTo>
                    <a:pt x="138353" y="0"/>
                  </a:moveTo>
                  <a:cubicBezTo>
                    <a:pt x="714933" y="123190"/>
                    <a:pt x="985443" y="115570"/>
                    <a:pt x="1103553" y="99060"/>
                  </a:cubicBezTo>
                  <a:cubicBezTo>
                    <a:pt x="1160703" y="91440"/>
                    <a:pt x="1178483" y="74930"/>
                    <a:pt x="1228013" y="66040"/>
                  </a:cubicBezTo>
                  <a:cubicBezTo>
                    <a:pt x="1299133" y="53340"/>
                    <a:pt x="1409623" y="45720"/>
                    <a:pt x="1493443" y="41910"/>
                  </a:cubicBezTo>
                  <a:cubicBezTo>
                    <a:pt x="1570913" y="39370"/>
                    <a:pt x="1664893" y="27940"/>
                    <a:pt x="1715693" y="45720"/>
                  </a:cubicBezTo>
                  <a:cubicBezTo>
                    <a:pt x="1746173" y="55880"/>
                    <a:pt x="1767763" y="78740"/>
                    <a:pt x="1781733" y="95250"/>
                  </a:cubicBezTo>
                  <a:cubicBezTo>
                    <a:pt x="1790623" y="107950"/>
                    <a:pt x="1795703" y="118110"/>
                    <a:pt x="1798243" y="133350"/>
                  </a:cubicBezTo>
                  <a:cubicBezTo>
                    <a:pt x="1803323" y="156210"/>
                    <a:pt x="1804593" y="191770"/>
                    <a:pt x="1794433" y="215900"/>
                  </a:cubicBezTo>
                  <a:cubicBezTo>
                    <a:pt x="1784273" y="240030"/>
                    <a:pt x="1762683" y="265430"/>
                    <a:pt x="1741093" y="279400"/>
                  </a:cubicBezTo>
                  <a:cubicBezTo>
                    <a:pt x="1718233" y="293370"/>
                    <a:pt x="1686483" y="299720"/>
                    <a:pt x="1659813" y="297180"/>
                  </a:cubicBezTo>
                  <a:cubicBezTo>
                    <a:pt x="1634413" y="294640"/>
                    <a:pt x="1602663" y="276860"/>
                    <a:pt x="1584883" y="262890"/>
                  </a:cubicBezTo>
                  <a:cubicBezTo>
                    <a:pt x="1572183" y="252730"/>
                    <a:pt x="1565833" y="243840"/>
                    <a:pt x="1559483" y="228600"/>
                  </a:cubicBezTo>
                  <a:cubicBezTo>
                    <a:pt x="1550593" y="208280"/>
                    <a:pt x="1541703" y="172720"/>
                    <a:pt x="1546783" y="147320"/>
                  </a:cubicBezTo>
                  <a:cubicBezTo>
                    <a:pt x="1550593" y="121920"/>
                    <a:pt x="1565833" y="92710"/>
                    <a:pt x="1584883" y="74930"/>
                  </a:cubicBezTo>
                  <a:cubicBezTo>
                    <a:pt x="1603933" y="57150"/>
                    <a:pt x="1638223" y="44450"/>
                    <a:pt x="1659813" y="39370"/>
                  </a:cubicBezTo>
                  <a:cubicBezTo>
                    <a:pt x="1675053" y="36830"/>
                    <a:pt x="1686483" y="36830"/>
                    <a:pt x="1701723" y="41910"/>
                  </a:cubicBezTo>
                  <a:cubicBezTo>
                    <a:pt x="1723313" y="48260"/>
                    <a:pt x="1756333" y="64770"/>
                    <a:pt x="1772843" y="85090"/>
                  </a:cubicBezTo>
                  <a:cubicBezTo>
                    <a:pt x="1789353" y="104140"/>
                    <a:pt x="1802053" y="135890"/>
                    <a:pt x="1803323" y="161290"/>
                  </a:cubicBezTo>
                  <a:cubicBezTo>
                    <a:pt x="1804593" y="187960"/>
                    <a:pt x="1795703" y="219710"/>
                    <a:pt x="1781733" y="241300"/>
                  </a:cubicBezTo>
                  <a:cubicBezTo>
                    <a:pt x="1766493" y="262890"/>
                    <a:pt x="1749983" y="278130"/>
                    <a:pt x="1715693" y="290830"/>
                  </a:cubicBezTo>
                  <a:cubicBezTo>
                    <a:pt x="1631873" y="321310"/>
                    <a:pt x="1353743" y="299720"/>
                    <a:pt x="1243253" y="314960"/>
                  </a:cubicBezTo>
                  <a:cubicBezTo>
                    <a:pt x="1183563" y="323850"/>
                    <a:pt x="1165783" y="341630"/>
                    <a:pt x="1107363" y="347980"/>
                  </a:cubicBezTo>
                  <a:cubicBezTo>
                    <a:pt x="1007033" y="359410"/>
                    <a:pt x="816533" y="350520"/>
                    <a:pt x="695883" y="342900"/>
                  </a:cubicBezTo>
                  <a:cubicBezTo>
                    <a:pt x="600633" y="337820"/>
                    <a:pt x="533323" y="332740"/>
                    <a:pt x="440613" y="316230"/>
                  </a:cubicBezTo>
                  <a:cubicBezTo>
                    <a:pt x="326313" y="294640"/>
                    <a:pt x="132003" y="257810"/>
                    <a:pt x="64693" y="217170"/>
                  </a:cubicBezTo>
                  <a:cubicBezTo>
                    <a:pt x="32943" y="199390"/>
                    <a:pt x="17703" y="181610"/>
                    <a:pt x="7543" y="157480"/>
                  </a:cubicBezTo>
                  <a:cubicBezTo>
                    <a:pt x="-1347" y="134620"/>
                    <a:pt x="-2617" y="100330"/>
                    <a:pt x="5003" y="76200"/>
                  </a:cubicBezTo>
                  <a:cubicBezTo>
                    <a:pt x="13893" y="52070"/>
                    <a:pt x="35483" y="25400"/>
                    <a:pt x="57073" y="12700"/>
                  </a:cubicBezTo>
                  <a:cubicBezTo>
                    <a:pt x="79933" y="0"/>
                    <a:pt x="138353" y="0"/>
                    <a:pt x="138353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3505" y="525208"/>
            <a:ext cx="4525328" cy="384810"/>
            <a:chOff x="0" y="0"/>
            <a:chExt cx="6033770" cy="513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93" y="39592"/>
              <a:ext cx="5931095" cy="431098"/>
            </a:xfrm>
            <a:custGeom>
              <a:avLst/>
              <a:gdLst/>
              <a:ahLst/>
              <a:cxnLst/>
              <a:rect r="r" b="b" t="t" l="l"/>
              <a:pathLst>
                <a:path h="431098" w="5931095">
                  <a:moveTo>
                    <a:pt x="106787" y="101378"/>
                  </a:moveTo>
                  <a:cubicBezTo>
                    <a:pt x="707497" y="67088"/>
                    <a:pt x="725277" y="49308"/>
                    <a:pt x="776077" y="39148"/>
                  </a:cubicBezTo>
                  <a:cubicBezTo>
                    <a:pt x="848467" y="25178"/>
                    <a:pt x="909427" y="22638"/>
                    <a:pt x="1041507" y="16288"/>
                  </a:cubicBezTo>
                  <a:cubicBezTo>
                    <a:pt x="1426317" y="-222"/>
                    <a:pt x="3023977" y="-7842"/>
                    <a:pt x="3303377" y="11208"/>
                  </a:cubicBezTo>
                  <a:cubicBezTo>
                    <a:pt x="3366877" y="16288"/>
                    <a:pt x="3364337" y="23908"/>
                    <a:pt x="3420217" y="27718"/>
                  </a:cubicBezTo>
                  <a:cubicBezTo>
                    <a:pt x="3557377" y="37878"/>
                    <a:pt x="3945997" y="26448"/>
                    <a:pt x="4136497" y="32798"/>
                  </a:cubicBezTo>
                  <a:cubicBezTo>
                    <a:pt x="4262227" y="36608"/>
                    <a:pt x="4323187" y="36608"/>
                    <a:pt x="4448917" y="49308"/>
                  </a:cubicBezTo>
                  <a:cubicBezTo>
                    <a:pt x="4640687" y="70898"/>
                    <a:pt x="4934057" y="144558"/>
                    <a:pt x="5170277" y="164878"/>
                  </a:cubicBezTo>
                  <a:cubicBezTo>
                    <a:pt x="5398877" y="183928"/>
                    <a:pt x="5739237" y="135668"/>
                    <a:pt x="5843377" y="171228"/>
                  </a:cubicBezTo>
                  <a:cubicBezTo>
                    <a:pt x="5880207" y="183928"/>
                    <a:pt x="5895447" y="202978"/>
                    <a:pt x="5909417" y="220758"/>
                  </a:cubicBezTo>
                  <a:cubicBezTo>
                    <a:pt x="5919577" y="233458"/>
                    <a:pt x="5923387" y="243618"/>
                    <a:pt x="5927197" y="258858"/>
                  </a:cubicBezTo>
                  <a:cubicBezTo>
                    <a:pt x="5931007" y="280448"/>
                    <a:pt x="5932277" y="317278"/>
                    <a:pt x="5922117" y="341408"/>
                  </a:cubicBezTo>
                  <a:cubicBezTo>
                    <a:pt x="5911957" y="365538"/>
                    <a:pt x="5891637" y="390938"/>
                    <a:pt x="5868777" y="403638"/>
                  </a:cubicBezTo>
                  <a:cubicBezTo>
                    <a:pt x="5845917" y="417608"/>
                    <a:pt x="5814167" y="423958"/>
                    <a:pt x="5788767" y="421418"/>
                  </a:cubicBezTo>
                  <a:cubicBezTo>
                    <a:pt x="5762097" y="418878"/>
                    <a:pt x="5730347" y="401098"/>
                    <a:pt x="5713837" y="387128"/>
                  </a:cubicBezTo>
                  <a:cubicBezTo>
                    <a:pt x="5701137" y="376968"/>
                    <a:pt x="5694787" y="368078"/>
                    <a:pt x="5688437" y="354108"/>
                  </a:cubicBezTo>
                  <a:cubicBezTo>
                    <a:pt x="5679547" y="333788"/>
                    <a:pt x="5670657" y="298228"/>
                    <a:pt x="5674467" y="272828"/>
                  </a:cubicBezTo>
                  <a:cubicBezTo>
                    <a:pt x="5679547" y="246158"/>
                    <a:pt x="5694787" y="216948"/>
                    <a:pt x="5713837" y="199168"/>
                  </a:cubicBezTo>
                  <a:cubicBezTo>
                    <a:pt x="5732887" y="181388"/>
                    <a:pt x="5765907" y="168688"/>
                    <a:pt x="5788767" y="164878"/>
                  </a:cubicBezTo>
                  <a:cubicBezTo>
                    <a:pt x="5804007" y="162338"/>
                    <a:pt x="5815437" y="162338"/>
                    <a:pt x="5829407" y="167418"/>
                  </a:cubicBezTo>
                  <a:cubicBezTo>
                    <a:pt x="5850997" y="173768"/>
                    <a:pt x="5884017" y="190278"/>
                    <a:pt x="5900527" y="209328"/>
                  </a:cubicBezTo>
                  <a:cubicBezTo>
                    <a:pt x="5917037" y="229648"/>
                    <a:pt x="5929737" y="260128"/>
                    <a:pt x="5931007" y="286798"/>
                  </a:cubicBezTo>
                  <a:cubicBezTo>
                    <a:pt x="5932277" y="312198"/>
                    <a:pt x="5919577" y="346488"/>
                    <a:pt x="5909417" y="365538"/>
                  </a:cubicBezTo>
                  <a:cubicBezTo>
                    <a:pt x="5901797" y="379508"/>
                    <a:pt x="5894177" y="387128"/>
                    <a:pt x="5880207" y="396018"/>
                  </a:cubicBezTo>
                  <a:cubicBezTo>
                    <a:pt x="5861157" y="407448"/>
                    <a:pt x="5842107" y="416338"/>
                    <a:pt x="5802737" y="422688"/>
                  </a:cubicBezTo>
                  <a:cubicBezTo>
                    <a:pt x="5690977" y="439198"/>
                    <a:pt x="5363317" y="429038"/>
                    <a:pt x="5147417" y="412528"/>
                  </a:cubicBezTo>
                  <a:cubicBezTo>
                    <a:pt x="4930247" y="394748"/>
                    <a:pt x="4678787" y="341408"/>
                    <a:pt x="4503527" y="321088"/>
                  </a:cubicBezTo>
                  <a:cubicBezTo>
                    <a:pt x="4382877" y="305848"/>
                    <a:pt x="4321917" y="298228"/>
                    <a:pt x="4196187" y="291878"/>
                  </a:cubicBezTo>
                  <a:cubicBezTo>
                    <a:pt x="4000607" y="282988"/>
                    <a:pt x="3592937" y="302038"/>
                    <a:pt x="3441807" y="293148"/>
                  </a:cubicBezTo>
                  <a:cubicBezTo>
                    <a:pt x="3377037" y="289338"/>
                    <a:pt x="3378307" y="281718"/>
                    <a:pt x="3302107" y="276638"/>
                  </a:cubicBezTo>
                  <a:cubicBezTo>
                    <a:pt x="2992227" y="257588"/>
                    <a:pt x="1224387" y="265208"/>
                    <a:pt x="911967" y="271558"/>
                  </a:cubicBezTo>
                  <a:cubicBezTo>
                    <a:pt x="835767" y="272828"/>
                    <a:pt x="815447" y="267748"/>
                    <a:pt x="770997" y="276638"/>
                  </a:cubicBezTo>
                  <a:cubicBezTo>
                    <a:pt x="727817" y="285528"/>
                    <a:pt x="704957" y="310928"/>
                    <a:pt x="649077" y="321088"/>
                  </a:cubicBezTo>
                  <a:cubicBezTo>
                    <a:pt x="532237" y="342678"/>
                    <a:pt x="194417" y="357918"/>
                    <a:pt x="97897" y="333788"/>
                  </a:cubicBezTo>
                  <a:cubicBezTo>
                    <a:pt x="61067" y="323628"/>
                    <a:pt x="42017" y="312198"/>
                    <a:pt x="25507" y="291878"/>
                  </a:cubicBezTo>
                  <a:cubicBezTo>
                    <a:pt x="8997" y="271558"/>
                    <a:pt x="-1163" y="238538"/>
                    <a:pt x="107" y="213138"/>
                  </a:cubicBezTo>
                  <a:cubicBezTo>
                    <a:pt x="107" y="187738"/>
                    <a:pt x="14077" y="154718"/>
                    <a:pt x="31857" y="136938"/>
                  </a:cubicBezTo>
                  <a:cubicBezTo>
                    <a:pt x="49637" y="117888"/>
                    <a:pt x="106787" y="101378"/>
                    <a:pt x="106787" y="10137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842510" y="512826"/>
            <a:ext cx="6393180" cy="313372"/>
            <a:chOff x="0" y="0"/>
            <a:chExt cx="8524240" cy="417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053" y="30794"/>
              <a:ext cx="8422118" cy="343206"/>
            </a:xfrm>
            <a:custGeom>
              <a:avLst/>
              <a:gdLst/>
              <a:ahLst/>
              <a:cxnLst/>
              <a:rect r="r" b="b" t="t" l="l"/>
              <a:pathLst>
                <a:path h="343206" w="8422118">
                  <a:moveTo>
                    <a:pt x="116317" y="33976"/>
                  </a:moveTo>
                  <a:cubicBezTo>
                    <a:pt x="1985757" y="33976"/>
                    <a:pt x="2070847" y="65726"/>
                    <a:pt x="2152127" y="73346"/>
                  </a:cubicBezTo>
                  <a:cubicBezTo>
                    <a:pt x="2204197" y="78426"/>
                    <a:pt x="2210547" y="77156"/>
                    <a:pt x="2279127" y="78426"/>
                  </a:cubicBezTo>
                  <a:cubicBezTo>
                    <a:pt x="2580117" y="83506"/>
                    <a:pt x="4289537" y="107636"/>
                    <a:pt x="4711177" y="78426"/>
                  </a:cubicBezTo>
                  <a:cubicBezTo>
                    <a:pt x="4859767" y="68266"/>
                    <a:pt x="4920727" y="45406"/>
                    <a:pt x="5012167" y="37786"/>
                  </a:cubicBezTo>
                  <a:cubicBezTo>
                    <a:pt x="5089637" y="30166"/>
                    <a:pt x="5113767" y="31436"/>
                    <a:pt x="5226797" y="28896"/>
                  </a:cubicBezTo>
                  <a:cubicBezTo>
                    <a:pt x="5654787" y="20006"/>
                    <a:pt x="8009367" y="-25714"/>
                    <a:pt x="8291307" y="20006"/>
                  </a:cubicBezTo>
                  <a:cubicBezTo>
                    <a:pt x="8338297" y="27626"/>
                    <a:pt x="8352267" y="35246"/>
                    <a:pt x="8371317" y="46676"/>
                  </a:cubicBezTo>
                  <a:cubicBezTo>
                    <a:pt x="8384017" y="55566"/>
                    <a:pt x="8391637" y="63186"/>
                    <a:pt x="8399257" y="77156"/>
                  </a:cubicBezTo>
                  <a:cubicBezTo>
                    <a:pt x="8410687" y="97476"/>
                    <a:pt x="8422117" y="135576"/>
                    <a:pt x="8422117" y="158436"/>
                  </a:cubicBezTo>
                  <a:cubicBezTo>
                    <a:pt x="8422117" y="173676"/>
                    <a:pt x="8418307" y="186376"/>
                    <a:pt x="8413227" y="199076"/>
                  </a:cubicBezTo>
                  <a:cubicBezTo>
                    <a:pt x="8408147" y="211776"/>
                    <a:pt x="8403067" y="224476"/>
                    <a:pt x="8391637" y="235906"/>
                  </a:cubicBezTo>
                  <a:cubicBezTo>
                    <a:pt x="8375127" y="251146"/>
                    <a:pt x="8345917" y="272736"/>
                    <a:pt x="8319247" y="279086"/>
                  </a:cubicBezTo>
                  <a:cubicBezTo>
                    <a:pt x="8293847" y="284166"/>
                    <a:pt x="8258287" y="277816"/>
                    <a:pt x="8236697" y="270196"/>
                  </a:cubicBezTo>
                  <a:cubicBezTo>
                    <a:pt x="8221457" y="263846"/>
                    <a:pt x="8211297" y="254956"/>
                    <a:pt x="8201137" y="246066"/>
                  </a:cubicBezTo>
                  <a:cubicBezTo>
                    <a:pt x="8192247" y="235906"/>
                    <a:pt x="8182087" y="227016"/>
                    <a:pt x="8175737" y="211776"/>
                  </a:cubicBezTo>
                  <a:cubicBezTo>
                    <a:pt x="8166847" y="191456"/>
                    <a:pt x="8160497" y="152086"/>
                    <a:pt x="8163037" y="130496"/>
                  </a:cubicBezTo>
                  <a:cubicBezTo>
                    <a:pt x="8164307" y="113986"/>
                    <a:pt x="8168117" y="103826"/>
                    <a:pt x="8175737" y="89856"/>
                  </a:cubicBezTo>
                  <a:cubicBezTo>
                    <a:pt x="8188437" y="70806"/>
                    <a:pt x="8217647" y="42866"/>
                    <a:pt x="8236697" y="32706"/>
                  </a:cubicBezTo>
                  <a:cubicBezTo>
                    <a:pt x="8250667" y="25086"/>
                    <a:pt x="8262097" y="21276"/>
                    <a:pt x="8277337" y="21276"/>
                  </a:cubicBezTo>
                  <a:cubicBezTo>
                    <a:pt x="8300197" y="20006"/>
                    <a:pt x="8337027" y="25086"/>
                    <a:pt x="8358617" y="39056"/>
                  </a:cubicBezTo>
                  <a:cubicBezTo>
                    <a:pt x="8381477" y="53026"/>
                    <a:pt x="8403067" y="82236"/>
                    <a:pt x="8413227" y="102556"/>
                  </a:cubicBezTo>
                  <a:cubicBezTo>
                    <a:pt x="8419577" y="116526"/>
                    <a:pt x="8422117" y="127956"/>
                    <a:pt x="8422117" y="144466"/>
                  </a:cubicBezTo>
                  <a:cubicBezTo>
                    <a:pt x="8422117" y="166056"/>
                    <a:pt x="8410687" y="205426"/>
                    <a:pt x="8399257" y="224476"/>
                  </a:cubicBezTo>
                  <a:cubicBezTo>
                    <a:pt x="8391637" y="238446"/>
                    <a:pt x="8384017" y="246066"/>
                    <a:pt x="8370047" y="254956"/>
                  </a:cubicBezTo>
                  <a:cubicBezTo>
                    <a:pt x="8352267" y="267656"/>
                    <a:pt x="8338297" y="274006"/>
                    <a:pt x="8291307" y="281626"/>
                  </a:cubicBezTo>
                  <a:cubicBezTo>
                    <a:pt x="8010637" y="327346"/>
                    <a:pt x="5631927" y="267656"/>
                    <a:pt x="5233147" y="276546"/>
                  </a:cubicBezTo>
                  <a:cubicBezTo>
                    <a:pt x="5136627" y="279086"/>
                    <a:pt x="5122657" y="279086"/>
                    <a:pt x="5052807" y="285436"/>
                  </a:cubicBezTo>
                  <a:cubicBezTo>
                    <a:pt x="4957557" y="294326"/>
                    <a:pt x="4859767" y="323536"/>
                    <a:pt x="4711177" y="333696"/>
                  </a:cubicBezTo>
                  <a:cubicBezTo>
                    <a:pt x="4436857" y="352746"/>
                    <a:pt x="3940287" y="337506"/>
                    <a:pt x="3536427" y="336236"/>
                  </a:cubicBezTo>
                  <a:cubicBezTo>
                    <a:pt x="3104627" y="336236"/>
                    <a:pt x="2502647" y="352746"/>
                    <a:pt x="2199117" y="329886"/>
                  </a:cubicBezTo>
                  <a:cubicBezTo>
                    <a:pt x="2040367" y="319726"/>
                    <a:pt x="2003537" y="291786"/>
                    <a:pt x="1838437" y="280356"/>
                  </a:cubicBezTo>
                  <a:cubicBezTo>
                    <a:pt x="1479027" y="253686"/>
                    <a:pt x="316977" y="305756"/>
                    <a:pt x="116317" y="268926"/>
                  </a:cubicBezTo>
                  <a:cubicBezTo>
                    <a:pt x="73137" y="260036"/>
                    <a:pt x="57897" y="256226"/>
                    <a:pt x="38847" y="238446"/>
                  </a:cubicBezTo>
                  <a:cubicBezTo>
                    <a:pt x="19797" y="221936"/>
                    <a:pt x="3287" y="191456"/>
                    <a:pt x="747" y="164786"/>
                  </a:cubicBezTo>
                  <a:cubicBezTo>
                    <a:pt x="-3063" y="139386"/>
                    <a:pt x="8367" y="105096"/>
                    <a:pt x="19797" y="84776"/>
                  </a:cubicBezTo>
                  <a:cubicBezTo>
                    <a:pt x="29957" y="66996"/>
                    <a:pt x="46467" y="55566"/>
                    <a:pt x="61707" y="46676"/>
                  </a:cubicBezTo>
                  <a:cubicBezTo>
                    <a:pt x="78217" y="39056"/>
                    <a:pt x="116317" y="33976"/>
                    <a:pt x="116317" y="339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86431" y="653796"/>
            <a:ext cx="10257138" cy="6421694"/>
          </a:xfrm>
          <a:custGeom>
            <a:avLst/>
            <a:gdLst/>
            <a:ahLst/>
            <a:cxnLst/>
            <a:rect r="r" b="b" t="t" l="l"/>
            <a:pathLst>
              <a:path h="6421694" w="10257138">
                <a:moveTo>
                  <a:pt x="0" y="0"/>
                </a:moveTo>
                <a:lnTo>
                  <a:pt x="10257138" y="0"/>
                </a:lnTo>
                <a:lnTo>
                  <a:pt x="10257138" y="6421694"/>
                </a:lnTo>
                <a:lnTo>
                  <a:pt x="0" y="642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489" b="-7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0704" y="866000"/>
            <a:ext cx="9095421" cy="6066741"/>
          </a:xfrm>
          <a:custGeom>
            <a:avLst/>
            <a:gdLst/>
            <a:ahLst/>
            <a:cxnLst/>
            <a:rect r="r" b="b" t="t" l="l"/>
            <a:pathLst>
              <a:path h="6066741" w="9095421">
                <a:moveTo>
                  <a:pt x="0" y="0"/>
                </a:moveTo>
                <a:lnTo>
                  <a:pt x="9095421" y="0"/>
                </a:lnTo>
                <a:lnTo>
                  <a:pt x="9095421" y="6066741"/>
                </a:lnTo>
                <a:lnTo>
                  <a:pt x="0" y="6066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53" r="0" b="-718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3920" y="1003164"/>
            <a:ext cx="10142159" cy="5707997"/>
          </a:xfrm>
          <a:custGeom>
            <a:avLst/>
            <a:gdLst/>
            <a:ahLst/>
            <a:cxnLst/>
            <a:rect r="r" b="b" t="t" l="l"/>
            <a:pathLst>
              <a:path h="5707997" w="10142159">
                <a:moveTo>
                  <a:pt x="0" y="0"/>
                </a:moveTo>
                <a:lnTo>
                  <a:pt x="10142160" y="0"/>
                </a:lnTo>
                <a:lnTo>
                  <a:pt x="10142160" y="5707997"/>
                </a:lnTo>
                <a:lnTo>
                  <a:pt x="0" y="5707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139" y="377356"/>
            <a:ext cx="10587723" cy="6992084"/>
          </a:xfrm>
          <a:custGeom>
            <a:avLst/>
            <a:gdLst/>
            <a:ahLst/>
            <a:cxnLst/>
            <a:rect r="r" b="b" t="t" l="l"/>
            <a:pathLst>
              <a:path h="6992084" w="10587723">
                <a:moveTo>
                  <a:pt x="0" y="0"/>
                </a:moveTo>
                <a:lnTo>
                  <a:pt x="10587722" y="0"/>
                </a:lnTo>
                <a:lnTo>
                  <a:pt x="10587722" y="6992085"/>
                </a:lnTo>
                <a:lnTo>
                  <a:pt x="0" y="6992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" t="-312" r="0" b="-75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477" y="786324"/>
            <a:ext cx="10865045" cy="6174149"/>
          </a:xfrm>
          <a:custGeom>
            <a:avLst/>
            <a:gdLst/>
            <a:ahLst/>
            <a:cxnLst/>
            <a:rect r="r" b="b" t="t" l="l"/>
            <a:pathLst>
              <a:path h="6174149" w="10865045">
                <a:moveTo>
                  <a:pt x="0" y="0"/>
                </a:moveTo>
                <a:lnTo>
                  <a:pt x="10865046" y="0"/>
                </a:lnTo>
                <a:lnTo>
                  <a:pt x="10865046" y="6174149"/>
                </a:lnTo>
                <a:lnTo>
                  <a:pt x="0" y="6174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6" t="0" r="-121" b="-77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71800" y="248336"/>
            <a:ext cx="369570" cy="369570"/>
            <a:chOff x="0" y="0"/>
            <a:chExt cx="492760" cy="492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640" y="47273"/>
              <a:ext cx="384969" cy="393577"/>
            </a:xfrm>
            <a:custGeom>
              <a:avLst/>
              <a:gdLst/>
              <a:ahLst/>
              <a:cxnLst/>
              <a:rect r="r" b="b" t="t" l="l"/>
              <a:pathLst>
                <a:path h="393577" w="384969">
                  <a:moveTo>
                    <a:pt x="384970" y="138147"/>
                  </a:moveTo>
                  <a:cubicBezTo>
                    <a:pt x="384970" y="262607"/>
                    <a:pt x="371000" y="294357"/>
                    <a:pt x="351950" y="318487"/>
                  </a:cubicBezTo>
                  <a:cubicBezTo>
                    <a:pt x="332900" y="341347"/>
                    <a:pt x="304960" y="362937"/>
                    <a:pt x="278290" y="375637"/>
                  </a:cubicBezTo>
                  <a:cubicBezTo>
                    <a:pt x="250350" y="388337"/>
                    <a:pt x="216060" y="394687"/>
                    <a:pt x="185580" y="393417"/>
                  </a:cubicBezTo>
                  <a:cubicBezTo>
                    <a:pt x="155100" y="390877"/>
                    <a:pt x="120810" y="380717"/>
                    <a:pt x="95410" y="365477"/>
                  </a:cubicBezTo>
                  <a:cubicBezTo>
                    <a:pt x="68740" y="348967"/>
                    <a:pt x="44610" y="324837"/>
                    <a:pt x="28100" y="298167"/>
                  </a:cubicBezTo>
                  <a:cubicBezTo>
                    <a:pt x="12860" y="272767"/>
                    <a:pt x="2700" y="238477"/>
                    <a:pt x="160" y="207997"/>
                  </a:cubicBezTo>
                  <a:cubicBezTo>
                    <a:pt x="-1110" y="177517"/>
                    <a:pt x="5240" y="143227"/>
                    <a:pt x="17940" y="115287"/>
                  </a:cubicBezTo>
                  <a:cubicBezTo>
                    <a:pt x="29370" y="87347"/>
                    <a:pt x="50960" y="60677"/>
                    <a:pt x="75090" y="41627"/>
                  </a:cubicBezTo>
                  <a:cubicBezTo>
                    <a:pt x="99220" y="22577"/>
                    <a:pt x="130970" y="8607"/>
                    <a:pt x="161450" y="3527"/>
                  </a:cubicBezTo>
                  <a:cubicBezTo>
                    <a:pt x="191930" y="-2823"/>
                    <a:pt x="226220" y="-283"/>
                    <a:pt x="255430" y="8607"/>
                  </a:cubicBezTo>
                  <a:cubicBezTo>
                    <a:pt x="284640" y="17497"/>
                    <a:pt x="336710" y="56867"/>
                    <a:pt x="336710" y="5686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" y="502653"/>
            <a:ext cx="11379518" cy="6553200"/>
            <a:chOff x="0" y="0"/>
            <a:chExt cx="15172690" cy="873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663" y="47459"/>
              <a:ext cx="15071400" cy="8639585"/>
            </a:xfrm>
            <a:custGeom>
              <a:avLst/>
              <a:gdLst/>
              <a:ahLst/>
              <a:cxnLst/>
              <a:rect r="r" b="b" t="t" l="l"/>
              <a:pathLst>
                <a:path h="8639585" w="15071400">
                  <a:moveTo>
                    <a:pt x="1580017" y="615481"/>
                  </a:moveTo>
                  <a:cubicBezTo>
                    <a:pt x="1018677" y="563411"/>
                    <a:pt x="862467" y="585001"/>
                    <a:pt x="740547" y="572301"/>
                  </a:cubicBezTo>
                  <a:cubicBezTo>
                    <a:pt x="644027" y="562141"/>
                    <a:pt x="572907" y="529121"/>
                    <a:pt x="485277" y="517691"/>
                  </a:cubicBezTo>
                  <a:cubicBezTo>
                    <a:pt x="393837" y="507531"/>
                    <a:pt x="274457" y="520231"/>
                    <a:pt x="204607" y="507531"/>
                  </a:cubicBezTo>
                  <a:cubicBezTo>
                    <a:pt x="161427" y="499911"/>
                    <a:pt x="133487" y="492291"/>
                    <a:pt x="104277" y="474511"/>
                  </a:cubicBezTo>
                  <a:cubicBezTo>
                    <a:pt x="75067" y="456731"/>
                    <a:pt x="47127" y="427521"/>
                    <a:pt x="30617" y="398311"/>
                  </a:cubicBezTo>
                  <a:cubicBezTo>
                    <a:pt x="12837" y="369101"/>
                    <a:pt x="1407" y="331001"/>
                    <a:pt x="137" y="296711"/>
                  </a:cubicBezTo>
                  <a:cubicBezTo>
                    <a:pt x="-1133" y="262421"/>
                    <a:pt x="6487" y="224321"/>
                    <a:pt x="21727" y="192571"/>
                  </a:cubicBezTo>
                  <a:cubicBezTo>
                    <a:pt x="35697" y="162091"/>
                    <a:pt x="61097" y="131611"/>
                    <a:pt x="87767" y="111291"/>
                  </a:cubicBezTo>
                  <a:cubicBezTo>
                    <a:pt x="115707" y="89701"/>
                    <a:pt x="144917" y="82081"/>
                    <a:pt x="185557" y="69381"/>
                  </a:cubicBezTo>
                  <a:cubicBezTo>
                    <a:pt x="247787" y="49061"/>
                    <a:pt x="350657" y="23661"/>
                    <a:pt x="431937" y="13501"/>
                  </a:cubicBezTo>
                  <a:cubicBezTo>
                    <a:pt x="510677" y="3341"/>
                    <a:pt x="588147" y="7151"/>
                    <a:pt x="665617" y="4611"/>
                  </a:cubicBezTo>
                  <a:cubicBezTo>
                    <a:pt x="741817" y="3341"/>
                    <a:pt x="792617" y="-4279"/>
                    <a:pt x="895487" y="3341"/>
                  </a:cubicBezTo>
                  <a:cubicBezTo>
                    <a:pt x="1111387" y="19851"/>
                    <a:pt x="1677807" y="136691"/>
                    <a:pt x="1891167" y="158281"/>
                  </a:cubicBezTo>
                  <a:cubicBezTo>
                    <a:pt x="1991497" y="168441"/>
                    <a:pt x="1987687" y="165901"/>
                    <a:pt x="2113417" y="168441"/>
                  </a:cubicBezTo>
                  <a:cubicBezTo>
                    <a:pt x="2818267" y="183681"/>
                    <a:pt x="8114167" y="110021"/>
                    <a:pt x="9095877" y="164631"/>
                  </a:cubicBezTo>
                  <a:cubicBezTo>
                    <a:pt x="9360037" y="178601"/>
                    <a:pt x="9464177" y="211621"/>
                    <a:pt x="9596257" y="219241"/>
                  </a:cubicBezTo>
                  <a:cubicBezTo>
                    <a:pt x="9682617" y="224321"/>
                    <a:pt x="9695317" y="220511"/>
                    <a:pt x="9810887" y="220511"/>
                  </a:cubicBezTo>
                  <a:cubicBezTo>
                    <a:pt x="10273167" y="221781"/>
                    <a:pt x="12677277" y="233211"/>
                    <a:pt x="13295767" y="220511"/>
                  </a:cubicBezTo>
                  <a:cubicBezTo>
                    <a:pt x="13520557" y="216701"/>
                    <a:pt x="13572626" y="205271"/>
                    <a:pt x="13754237" y="201461"/>
                  </a:cubicBezTo>
                  <a:cubicBezTo>
                    <a:pt x="14018396" y="196381"/>
                    <a:pt x="14668637" y="107481"/>
                    <a:pt x="14728326" y="205271"/>
                  </a:cubicBezTo>
                  <a:cubicBezTo>
                    <a:pt x="14758807" y="254801"/>
                    <a:pt x="14616567" y="358941"/>
                    <a:pt x="14621646" y="424981"/>
                  </a:cubicBezTo>
                  <a:cubicBezTo>
                    <a:pt x="14627996" y="484671"/>
                    <a:pt x="14696576" y="535471"/>
                    <a:pt x="14743567" y="587541"/>
                  </a:cubicBezTo>
                  <a:cubicBezTo>
                    <a:pt x="14791826" y="642151"/>
                    <a:pt x="14869296" y="649771"/>
                    <a:pt x="14909937" y="745021"/>
                  </a:cubicBezTo>
                  <a:cubicBezTo>
                    <a:pt x="15024237" y="1014261"/>
                    <a:pt x="14899776" y="2242351"/>
                    <a:pt x="14884537" y="2578901"/>
                  </a:cubicBezTo>
                  <a:cubicBezTo>
                    <a:pt x="14879457" y="2705901"/>
                    <a:pt x="14868026" y="2727491"/>
                    <a:pt x="14864217" y="2841791"/>
                  </a:cubicBezTo>
                  <a:cubicBezTo>
                    <a:pt x="14857867" y="3052611"/>
                    <a:pt x="14845167" y="3453931"/>
                    <a:pt x="14871837" y="3744761"/>
                  </a:cubicBezTo>
                  <a:cubicBezTo>
                    <a:pt x="14898507" y="4021621"/>
                    <a:pt x="14991217" y="4295941"/>
                    <a:pt x="15016617" y="4548671"/>
                  </a:cubicBezTo>
                  <a:cubicBezTo>
                    <a:pt x="15039476" y="4770921"/>
                    <a:pt x="15036937" y="5009681"/>
                    <a:pt x="15034396" y="5178591"/>
                  </a:cubicBezTo>
                  <a:cubicBezTo>
                    <a:pt x="15031857" y="5294161"/>
                    <a:pt x="15019157" y="5351311"/>
                    <a:pt x="15016617" y="5466881"/>
                  </a:cubicBezTo>
                  <a:cubicBezTo>
                    <a:pt x="15011537" y="5644681"/>
                    <a:pt x="15029317" y="5915191"/>
                    <a:pt x="15020426" y="6138711"/>
                  </a:cubicBezTo>
                  <a:cubicBezTo>
                    <a:pt x="15012807" y="6359691"/>
                    <a:pt x="14977246" y="6580671"/>
                    <a:pt x="14968357" y="6801651"/>
                  </a:cubicBezTo>
                  <a:cubicBezTo>
                    <a:pt x="14959467" y="7020091"/>
                    <a:pt x="14974707" y="7300761"/>
                    <a:pt x="14968357" y="7456971"/>
                  </a:cubicBezTo>
                  <a:cubicBezTo>
                    <a:pt x="14964546" y="7543331"/>
                    <a:pt x="14959467" y="7592861"/>
                    <a:pt x="14950576" y="7658901"/>
                  </a:cubicBezTo>
                  <a:cubicBezTo>
                    <a:pt x="14941687" y="7724941"/>
                    <a:pt x="14921367" y="7771931"/>
                    <a:pt x="14912476" y="7851941"/>
                  </a:cubicBezTo>
                  <a:cubicBezTo>
                    <a:pt x="14898507" y="7978941"/>
                    <a:pt x="14936607" y="8215161"/>
                    <a:pt x="14895967" y="8349781"/>
                  </a:cubicBezTo>
                  <a:cubicBezTo>
                    <a:pt x="14864217" y="8456461"/>
                    <a:pt x="14786746" y="8570761"/>
                    <a:pt x="14735946" y="8611401"/>
                  </a:cubicBezTo>
                  <a:cubicBezTo>
                    <a:pt x="14711817" y="8630451"/>
                    <a:pt x="14688957" y="8631721"/>
                    <a:pt x="14664826" y="8635531"/>
                  </a:cubicBezTo>
                  <a:cubicBezTo>
                    <a:pt x="14639426" y="8640611"/>
                    <a:pt x="14612757" y="8640611"/>
                    <a:pt x="14588626" y="8636801"/>
                  </a:cubicBezTo>
                  <a:cubicBezTo>
                    <a:pt x="14563226" y="8632991"/>
                    <a:pt x="14537826" y="8624101"/>
                    <a:pt x="14516237" y="8612671"/>
                  </a:cubicBezTo>
                  <a:cubicBezTo>
                    <a:pt x="14493376" y="8601241"/>
                    <a:pt x="14471787" y="8586001"/>
                    <a:pt x="14455276" y="8568221"/>
                  </a:cubicBezTo>
                  <a:cubicBezTo>
                    <a:pt x="14437496" y="8549171"/>
                    <a:pt x="14422257" y="8527581"/>
                    <a:pt x="14410826" y="8504721"/>
                  </a:cubicBezTo>
                  <a:cubicBezTo>
                    <a:pt x="14400667" y="8481861"/>
                    <a:pt x="14393046" y="8456461"/>
                    <a:pt x="14390507" y="8432331"/>
                  </a:cubicBezTo>
                  <a:cubicBezTo>
                    <a:pt x="14386696" y="8406931"/>
                    <a:pt x="14387967" y="8380261"/>
                    <a:pt x="14393046" y="8356131"/>
                  </a:cubicBezTo>
                  <a:cubicBezTo>
                    <a:pt x="14398126" y="8330731"/>
                    <a:pt x="14408287" y="8306601"/>
                    <a:pt x="14420987" y="8285011"/>
                  </a:cubicBezTo>
                  <a:cubicBezTo>
                    <a:pt x="14433687" y="8263421"/>
                    <a:pt x="14450196" y="8243101"/>
                    <a:pt x="14469246" y="8226591"/>
                  </a:cubicBezTo>
                  <a:cubicBezTo>
                    <a:pt x="14488296" y="8210081"/>
                    <a:pt x="14511157" y="8196111"/>
                    <a:pt x="14534017" y="8185951"/>
                  </a:cubicBezTo>
                  <a:cubicBezTo>
                    <a:pt x="14558146" y="8177061"/>
                    <a:pt x="14583546" y="8170711"/>
                    <a:pt x="14608946" y="8169441"/>
                  </a:cubicBezTo>
                  <a:cubicBezTo>
                    <a:pt x="14634346" y="8166901"/>
                    <a:pt x="14661017" y="8169441"/>
                    <a:pt x="14685146" y="8177061"/>
                  </a:cubicBezTo>
                  <a:cubicBezTo>
                    <a:pt x="14709276" y="8183411"/>
                    <a:pt x="14733407" y="8193571"/>
                    <a:pt x="14753726" y="8207541"/>
                  </a:cubicBezTo>
                  <a:cubicBezTo>
                    <a:pt x="14775317" y="8221511"/>
                    <a:pt x="14794367" y="8239291"/>
                    <a:pt x="14809607" y="8259611"/>
                  </a:cubicBezTo>
                  <a:cubicBezTo>
                    <a:pt x="14824846" y="8279931"/>
                    <a:pt x="14837546" y="8302791"/>
                    <a:pt x="14846437" y="8326921"/>
                  </a:cubicBezTo>
                  <a:cubicBezTo>
                    <a:pt x="14854057" y="8349781"/>
                    <a:pt x="14859137" y="8376451"/>
                    <a:pt x="14859137" y="8401851"/>
                  </a:cubicBezTo>
                  <a:cubicBezTo>
                    <a:pt x="14859137" y="8425981"/>
                    <a:pt x="14855326" y="8452651"/>
                    <a:pt x="14847707" y="8476781"/>
                  </a:cubicBezTo>
                  <a:cubicBezTo>
                    <a:pt x="14840087" y="8500911"/>
                    <a:pt x="14827387" y="8525041"/>
                    <a:pt x="14813417" y="8544091"/>
                  </a:cubicBezTo>
                  <a:cubicBezTo>
                    <a:pt x="14798176" y="8564411"/>
                    <a:pt x="14779126" y="8583461"/>
                    <a:pt x="14757537" y="8597431"/>
                  </a:cubicBezTo>
                  <a:cubicBezTo>
                    <a:pt x="14737217" y="8611401"/>
                    <a:pt x="14713087" y="8622831"/>
                    <a:pt x="14688957" y="8630451"/>
                  </a:cubicBezTo>
                  <a:cubicBezTo>
                    <a:pt x="14664826" y="8636801"/>
                    <a:pt x="14638157" y="8640611"/>
                    <a:pt x="14614026" y="8639341"/>
                  </a:cubicBezTo>
                  <a:cubicBezTo>
                    <a:pt x="14588626" y="8638071"/>
                    <a:pt x="14561957" y="8632991"/>
                    <a:pt x="14539096" y="8624101"/>
                  </a:cubicBezTo>
                  <a:cubicBezTo>
                    <a:pt x="14516237" y="8613941"/>
                    <a:pt x="14492107" y="8601241"/>
                    <a:pt x="14473057" y="8584731"/>
                  </a:cubicBezTo>
                  <a:cubicBezTo>
                    <a:pt x="14454007" y="8569491"/>
                    <a:pt x="14436226" y="8549171"/>
                    <a:pt x="14423526" y="8527581"/>
                  </a:cubicBezTo>
                  <a:cubicBezTo>
                    <a:pt x="14410826" y="8505991"/>
                    <a:pt x="14400667" y="8481861"/>
                    <a:pt x="14394317" y="8456461"/>
                  </a:cubicBezTo>
                  <a:cubicBezTo>
                    <a:pt x="14389237" y="8432331"/>
                    <a:pt x="14386696" y="8405661"/>
                    <a:pt x="14389237" y="8380261"/>
                  </a:cubicBezTo>
                  <a:cubicBezTo>
                    <a:pt x="14391776" y="8356131"/>
                    <a:pt x="14399396" y="8330731"/>
                    <a:pt x="14409557" y="8307871"/>
                  </a:cubicBezTo>
                  <a:cubicBezTo>
                    <a:pt x="14419717" y="8285011"/>
                    <a:pt x="14434957" y="8262151"/>
                    <a:pt x="14451467" y="8244371"/>
                  </a:cubicBezTo>
                  <a:cubicBezTo>
                    <a:pt x="14467976" y="8225321"/>
                    <a:pt x="14508617" y="8193571"/>
                    <a:pt x="14511157" y="8197381"/>
                  </a:cubicBezTo>
                  <a:cubicBezTo>
                    <a:pt x="14516237" y="8201191"/>
                    <a:pt x="14440037" y="8330731"/>
                    <a:pt x="14426067" y="8326921"/>
                  </a:cubicBezTo>
                  <a:cubicBezTo>
                    <a:pt x="14408287" y="8321841"/>
                    <a:pt x="14423526" y="8212621"/>
                    <a:pt x="14428607" y="8126261"/>
                  </a:cubicBezTo>
                  <a:cubicBezTo>
                    <a:pt x="14437496" y="7968781"/>
                    <a:pt x="14488296" y="7680491"/>
                    <a:pt x="14500996" y="7456971"/>
                  </a:cubicBezTo>
                  <a:cubicBezTo>
                    <a:pt x="14513696" y="7233451"/>
                    <a:pt x="14498457" y="6984531"/>
                    <a:pt x="14503537" y="6788951"/>
                  </a:cubicBezTo>
                  <a:cubicBezTo>
                    <a:pt x="14507346" y="6635281"/>
                    <a:pt x="14511157" y="6495581"/>
                    <a:pt x="14522587" y="6377471"/>
                  </a:cubicBezTo>
                  <a:cubicBezTo>
                    <a:pt x="14531476" y="6287301"/>
                    <a:pt x="14550526" y="6237771"/>
                    <a:pt x="14558146" y="6138711"/>
                  </a:cubicBezTo>
                  <a:cubicBezTo>
                    <a:pt x="14569576" y="5977421"/>
                    <a:pt x="14554337" y="5667541"/>
                    <a:pt x="14561957" y="5504981"/>
                  </a:cubicBezTo>
                  <a:cubicBezTo>
                    <a:pt x="14565767" y="5404651"/>
                    <a:pt x="14577196" y="5361471"/>
                    <a:pt x="14581007" y="5259871"/>
                  </a:cubicBezTo>
                  <a:cubicBezTo>
                    <a:pt x="14586087" y="5094771"/>
                    <a:pt x="14597517" y="4830611"/>
                    <a:pt x="14573387" y="4610901"/>
                  </a:cubicBezTo>
                  <a:cubicBezTo>
                    <a:pt x="14549257" y="4375951"/>
                    <a:pt x="14450196" y="4067341"/>
                    <a:pt x="14427337" y="3894621"/>
                  </a:cubicBezTo>
                  <a:cubicBezTo>
                    <a:pt x="14414637" y="3798101"/>
                    <a:pt x="14415907" y="3761271"/>
                    <a:pt x="14412096" y="3666021"/>
                  </a:cubicBezTo>
                  <a:cubicBezTo>
                    <a:pt x="14408287" y="3504731"/>
                    <a:pt x="14409557" y="3210091"/>
                    <a:pt x="14414637" y="3015781"/>
                  </a:cubicBezTo>
                  <a:cubicBezTo>
                    <a:pt x="14418446" y="2855761"/>
                    <a:pt x="14432417" y="2760511"/>
                    <a:pt x="14436226" y="2578901"/>
                  </a:cubicBezTo>
                  <a:cubicBezTo>
                    <a:pt x="14442576" y="2275371"/>
                    <a:pt x="14418446" y="1602271"/>
                    <a:pt x="14428607" y="1367321"/>
                  </a:cubicBezTo>
                  <a:cubicBezTo>
                    <a:pt x="14433687" y="1272071"/>
                    <a:pt x="14443846" y="1251751"/>
                    <a:pt x="14447657" y="1165391"/>
                  </a:cubicBezTo>
                  <a:cubicBezTo>
                    <a:pt x="14455276" y="1012991"/>
                    <a:pt x="14432417" y="687871"/>
                    <a:pt x="14448926" y="532931"/>
                  </a:cubicBezTo>
                  <a:cubicBezTo>
                    <a:pt x="14459087" y="441491"/>
                    <a:pt x="14456546" y="374181"/>
                    <a:pt x="14493376" y="317031"/>
                  </a:cubicBezTo>
                  <a:cubicBezTo>
                    <a:pt x="14531476" y="258611"/>
                    <a:pt x="14602596" y="200191"/>
                    <a:pt x="14671176" y="186221"/>
                  </a:cubicBezTo>
                  <a:cubicBezTo>
                    <a:pt x="14751187" y="170981"/>
                    <a:pt x="14881996" y="210351"/>
                    <a:pt x="14949307" y="258611"/>
                  </a:cubicBezTo>
                  <a:cubicBezTo>
                    <a:pt x="15008996" y="301791"/>
                    <a:pt x="15082657" y="384341"/>
                    <a:pt x="15069957" y="442761"/>
                  </a:cubicBezTo>
                  <a:cubicBezTo>
                    <a:pt x="15053446" y="521501"/>
                    <a:pt x="14881996" y="616751"/>
                    <a:pt x="14728326" y="661201"/>
                  </a:cubicBezTo>
                  <a:cubicBezTo>
                    <a:pt x="14485757" y="733591"/>
                    <a:pt x="13909176" y="657391"/>
                    <a:pt x="13699626" y="667551"/>
                  </a:cubicBezTo>
                  <a:cubicBezTo>
                    <a:pt x="13606917" y="671361"/>
                    <a:pt x="13606917" y="678981"/>
                    <a:pt x="13500237" y="684061"/>
                  </a:cubicBezTo>
                  <a:cubicBezTo>
                    <a:pt x="13053196" y="703111"/>
                    <a:pt x="10647817" y="686601"/>
                    <a:pt x="10033137" y="684061"/>
                  </a:cubicBezTo>
                  <a:cubicBezTo>
                    <a:pt x="9809617" y="682791"/>
                    <a:pt x="9730876" y="689141"/>
                    <a:pt x="9577207" y="680251"/>
                  </a:cubicBezTo>
                  <a:cubicBezTo>
                    <a:pt x="9418457" y="671361"/>
                    <a:pt x="9349876" y="642151"/>
                    <a:pt x="9095876" y="629451"/>
                  </a:cubicBezTo>
                  <a:cubicBezTo>
                    <a:pt x="8139567" y="578651"/>
                    <a:pt x="3126877" y="642151"/>
                    <a:pt x="2234067" y="624371"/>
                  </a:cubicBezTo>
                  <a:cubicBezTo>
                    <a:pt x="2016897" y="620561"/>
                    <a:pt x="1994037" y="625641"/>
                    <a:pt x="1830207" y="610401"/>
                  </a:cubicBezTo>
                  <a:cubicBezTo>
                    <a:pt x="1573667" y="585001"/>
                    <a:pt x="1063127" y="471971"/>
                    <a:pt x="848497" y="454191"/>
                  </a:cubicBezTo>
                  <a:cubicBezTo>
                    <a:pt x="744357" y="445301"/>
                    <a:pt x="702447" y="447841"/>
                    <a:pt x="613547" y="454191"/>
                  </a:cubicBezTo>
                  <a:cubicBezTo>
                    <a:pt x="496707" y="460541"/>
                    <a:pt x="275727" y="510071"/>
                    <a:pt x="204607" y="507531"/>
                  </a:cubicBezTo>
                  <a:cubicBezTo>
                    <a:pt x="179207" y="506261"/>
                    <a:pt x="171587" y="504991"/>
                    <a:pt x="152537" y="497371"/>
                  </a:cubicBezTo>
                  <a:cubicBezTo>
                    <a:pt x="125867" y="485941"/>
                    <a:pt x="83957" y="460541"/>
                    <a:pt x="62367" y="441491"/>
                  </a:cubicBezTo>
                  <a:cubicBezTo>
                    <a:pt x="47127" y="427521"/>
                    <a:pt x="39507" y="413551"/>
                    <a:pt x="30617" y="398311"/>
                  </a:cubicBezTo>
                  <a:cubicBezTo>
                    <a:pt x="21727" y="383071"/>
                    <a:pt x="14107" y="369101"/>
                    <a:pt x="9027" y="350051"/>
                  </a:cubicBezTo>
                  <a:cubicBezTo>
                    <a:pt x="2677" y="320841"/>
                    <a:pt x="137" y="272581"/>
                    <a:pt x="3947" y="243371"/>
                  </a:cubicBezTo>
                  <a:cubicBezTo>
                    <a:pt x="7757" y="223051"/>
                    <a:pt x="11567" y="211621"/>
                    <a:pt x="21727" y="192571"/>
                  </a:cubicBezTo>
                  <a:cubicBezTo>
                    <a:pt x="34427" y="167171"/>
                    <a:pt x="61097" y="131611"/>
                    <a:pt x="87767" y="111291"/>
                  </a:cubicBezTo>
                  <a:cubicBezTo>
                    <a:pt x="115707" y="89701"/>
                    <a:pt x="156347" y="75731"/>
                    <a:pt x="185557" y="69381"/>
                  </a:cubicBezTo>
                  <a:cubicBezTo>
                    <a:pt x="204607" y="64301"/>
                    <a:pt x="210957" y="65571"/>
                    <a:pt x="237627" y="66841"/>
                  </a:cubicBezTo>
                  <a:cubicBezTo>
                    <a:pt x="322717" y="70651"/>
                    <a:pt x="594497" y="131611"/>
                    <a:pt x="758327" y="148121"/>
                  </a:cubicBezTo>
                  <a:cubicBezTo>
                    <a:pt x="905647" y="162091"/>
                    <a:pt x="1031377" y="150661"/>
                    <a:pt x="1176157" y="163361"/>
                  </a:cubicBezTo>
                  <a:cubicBezTo>
                    <a:pt x="1333637" y="176061"/>
                    <a:pt x="1574937" y="191301"/>
                    <a:pt x="1666377" y="225591"/>
                  </a:cubicBezTo>
                  <a:cubicBezTo>
                    <a:pt x="1707017" y="240831"/>
                    <a:pt x="1728607" y="259881"/>
                    <a:pt x="1746387" y="278931"/>
                  </a:cubicBezTo>
                  <a:cubicBezTo>
                    <a:pt x="1760357" y="291631"/>
                    <a:pt x="1767977" y="304331"/>
                    <a:pt x="1775597" y="318301"/>
                  </a:cubicBezTo>
                  <a:cubicBezTo>
                    <a:pt x="1783217" y="332271"/>
                    <a:pt x="1789567" y="344971"/>
                    <a:pt x="1793377" y="362751"/>
                  </a:cubicBezTo>
                  <a:cubicBezTo>
                    <a:pt x="1798457" y="388151"/>
                    <a:pt x="1799727" y="432601"/>
                    <a:pt x="1795917" y="459271"/>
                  </a:cubicBezTo>
                  <a:cubicBezTo>
                    <a:pt x="1793377" y="477051"/>
                    <a:pt x="1788297" y="488481"/>
                    <a:pt x="1779407" y="504991"/>
                  </a:cubicBezTo>
                  <a:cubicBezTo>
                    <a:pt x="1766707" y="527851"/>
                    <a:pt x="1742577" y="559601"/>
                    <a:pt x="1717177" y="578651"/>
                  </a:cubicBezTo>
                  <a:cubicBezTo>
                    <a:pt x="1691777" y="596431"/>
                    <a:pt x="1653677" y="609131"/>
                    <a:pt x="1628277" y="614211"/>
                  </a:cubicBezTo>
                  <a:cubicBezTo>
                    <a:pt x="1610497" y="618021"/>
                    <a:pt x="1580017" y="615481"/>
                    <a:pt x="1580017" y="61548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178" y="393678"/>
            <a:ext cx="8601182" cy="6959441"/>
          </a:xfrm>
          <a:custGeom>
            <a:avLst/>
            <a:gdLst/>
            <a:ahLst/>
            <a:cxnLst/>
            <a:rect r="r" b="b" t="t" l="l"/>
            <a:pathLst>
              <a:path h="6959441" w="8601182">
                <a:moveTo>
                  <a:pt x="0" y="0"/>
                </a:moveTo>
                <a:lnTo>
                  <a:pt x="8601182" y="0"/>
                </a:lnTo>
                <a:lnTo>
                  <a:pt x="8601182" y="6959441"/>
                </a:lnTo>
                <a:lnTo>
                  <a:pt x="0" y="695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" t="0" r="-552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525" y="429000"/>
            <a:ext cx="8705369" cy="6888796"/>
          </a:xfrm>
          <a:custGeom>
            <a:avLst/>
            <a:gdLst/>
            <a:ahLst/>
            <a:cxnLst/>
            <a:rect r="r" b="b" t="t" l="l"/>
            <a:pathLst>
              <a:path h="6888796" w="8705369">
                <a:moveTo>
                  <a:pt x="0" y="0"/>
                </a:moveTo>
                <a:lnTo>
                  <a:pt x="8705369" y="0"/>
                </a:lnTo>
                <a:lnTo>
                  <a:pt x="8705369" y="6888796"/>
                </a:lnTo>
                <a:lnTo>
                  <a:pt x="0" y="68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" r="-577" b="-95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DAHPe_fXKEk</dc:identifier>
  <dcterms:modified xsi:type="dcterms:W3CDTF">2011-08-01T06:04:30Z</dcterms:modified>
  <cp:revision>1</cp:revision>
  <dc:title>Problem Statement</dc:title>
</cp:coreProperties>
</file>