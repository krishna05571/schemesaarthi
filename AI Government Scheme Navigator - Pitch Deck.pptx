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SCHEME DISCOVERY, SIMPLIFIED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Government Scheme &amp; Compliance Navigator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F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MSMEs and NGOs discover, understand, and apply for government schemes — without the paperwork maze.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4,000+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3657600" y="40690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schemes exist. Most MSMEs and NGOs never find the ones they qualify for.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5989320"/>
            <a:ext cx="384048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  •   Hackathon Name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D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support exists — but it's nearly impossible to find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074920" cy="1691640"/>
          </a:xfrm>
          <a:prstGeom prst="roundRect">
            <a:avLst>
              <a:gd name="adj" fmla="val 5405"/>
            </a:avLst>
          </a:prstGeom>
          <a:solidFill>
            <a:srgbClr val="F4F8F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42316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23500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across ministries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MSMEs and NGOs miss eligible grants, loans, and compliance benefits scattered across dozens of ministries and portals.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2148840"/>
            <a:ext cx="5074920" cy="1691640"/>
          </a:xfrm>
          <a:prstGeom prst="roundRect">
            <a:avLst>
              <a:gd name="adj" fmla="val 5405"/>
            </a:avLst>
          </a:prstGeom>
          <a:solidFill>
            <a:srgbClr val="F4F8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242316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86600" y="23500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Buried in dense text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29260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criteria are buried in dense, inconsistent legal and procedural language.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5074920" cy="1691640"/>
          </a:xfrm>
          <a:prstGeom prst="roundRect">
            <a:avLst>
              <a:gd name="adj" fmla="val 5405"/>
            </a:avLst>
          </a:prstGeom>
          <a:solidFill>
            <a:srgbClr val="F4F8F7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43484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54480" y="43616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compliance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93776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like GST, MSME/Udyam registration, FCRA, and 12A/80G are confusing and easy to get wrong.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160520"/>
            <a:ext cx="5074920" cy="1691640"/>
          </a:xfrm>
          <a:prstGeom prst="roundRect">
            <a:avLst>
              <a:gd name="adj" fmla="val 5405"/>
            </a:avLst>
          </a:prstGeom>
          <a:solidFill>
            <a:srgbClr val="F4F8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43484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86600" y="43616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mistakes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46520" y="493776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errors and missed deadlines lead to rejected applications and lost funding.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real support goes unused, year after year.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 Real eligibility answers. Plain-language guidance.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F4F8F7"/>
          </a:solidFill>
          <a:ln/>
        </p:spPr>
      </p:sp>
      <p:sp>
        <p:nvSpPr>
          <p:cNvPr id="5" name="Shape 3"/>
          <p:cNvSpPr/>
          <p:nvPr/>
        </p:nvSpPr>
        <p:spPr>
          <a:xfrm>
            <a:off x="1618488" y="2029968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618488" y="2029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profile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Sector, size, registration status, location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27248" y="3200400"/>
            <a:ext cx="219456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64992" y="228600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F4F8F7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2029968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2029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47872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matched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47872" y="31546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eligibility criteria — not generic search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52160" y="3200400"/>
            <a:ext cx="219456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89904" y="228600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F4F8F7"/>
          </a:solidFill>
          <a:ln/>
        </p:spPr>
      </p:sp>
      <p:sp>
        <p:nvSpPr>
          <p:cNvPr id="17" name="Shape 15"/>
          <p:cNvSpPr/>
          <p:nvPr/>
        </p:nvSpPr>
        <p:spPr>
          <a:xfrm>
            <a:off x="7068312" y="2029968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068312" y="2029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72784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72784" y="31546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reasons, grounded in official text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577072" y="3200400"/>
            <a:ext cx="219456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814816" y="228600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F4F8F7"/>
          </a:solidFill>
          <a:ln/>
        </p:spPr>
      </p:sp>
      <p:sp>
        <p:nvSpPr>
          <p:cNvPr id="23" name="Shape 21"/>
          <p:cNvSpPr/>
          <p:nvPr/>
        </p:nvSpPr>
        <p:spPr>
          <a:xfrm>
            <a:off x="9793224" y="2029968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9793224" y="2029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997696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&amp; apply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997696" y="31546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answers document and process questions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70916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4892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Explainable. Accurate. Grounded.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05840" y="534924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F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grounded in real official scheme text — not a generic chatbot wrapper guessing at eligibility.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profile to guidance — every step grounded in real data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480560" y="1508760"/>
            <a:ext cx="320040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617720" y="1581912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 Input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17720" y="1851660"/>
            <a:ext cx="29260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Sector, size, registration, needs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023360" y="251460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022B3A"/>
          </a:solidFill>
          <a:ln/>
        </p:spPr>
      </p:sp>
      <p:sp>
        <p:nvSpPr>
          <p:cNvPr id="8" name="Text 6"/>
          <p:cNvSpPr/>
          <p:nvPr/>
        </p:nvSpPr>
        <p:spPr>
          <a:xfrm>
            <a:off x="4160520" y="2587752"/>
            <a:ext cx="3840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Rule Matching Engine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60520" y="2857500"/>
            <a:ext cx="38404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profile to structured scheme criteria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80760" y="2194560"/>
            <a:ext cx="0" cy="320040"/>
          </a:xfrm>
          <a:prstGeom prst="line">
            <a:avLst/>
          </a:prstGeom>
          <a:noFill/>
          <a:ln w="1905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97280" y="365760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730752"/>
            <a:ext cx="37490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Explanation Layer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4137660"/>
            <a:ext cx="374904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you're eligible — plain-language reasoning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040880" y="365760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7178040" y="3730752"/>
            <a:ext cx="37490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Chatbot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78040" y="4137660"/>
            <a:ext cx="374904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Q&amp;A: eligibility, benefits, application steps, documents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 flipH="1">
            <a:off x="3108960" y="3200400"/>
            <a:ext cx="2971800" cy="457200"/>
          </a:xfrm>
          <a:prstGeom prst="line">
            <a:avLst/>
          </a:prstGeom>
          <a:noFill/>
          <a:ln w="1905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80760" y="3200400"/>
            <a:ext cx="2971800" cy="457200"/>
          </a:xfrm>
          <a:prstGeom prst="line">
            <a:avLst/>
          </a:prstGeom>
          <a:noFill/>
          <a:ln w="1905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337560" y="516636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5239512"/>
            <a:ext cx="5212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5554980"/>
            <a:ext cx="521208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schemes + compliance checklist + application guidance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08960" y="4617720"/>
            <a:ext cx="2377440" cy="548640"/>
          </a:xfrm>
          <a:prstGeom prst="line">
            <a:avLst/>
          </a:prstGeom>
          <a:noFill/>
          <a:ln w="1905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H="1">
            <a:off x="6675120" y="4617720"/>
            <a:ext cx="2377440" cy="548640"/>
          </a:xfrm>
          <a:prstGeom prst="line">
            <a:avLst/>
          </a:prstGeom>
          <a:noFill/>
          <a:ln w="1905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curated from myScheme.gov.in — the official government platform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accuracy, speed, and real government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4F8F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402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2644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CSS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34840" y="196596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4F8F7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22402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09160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32644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0" y="196596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4F8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22402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03920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03920" y="32644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4F8F7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43891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5074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/ RAG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5413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434840" y="411480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4F8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709160" y="43891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09160" y="5074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09160" y="5413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/ OpenAI API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229600" y="411480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4F8F7"/>
          </a:solidFill>
          <a:ln/>
        </p:spPr>
      </p:sp>
      <p:sp>
        <p:nvSpPr>
          <p:cNvPr id="30" name="Shape 28"/>
          <p:cNvSpPr/>
          <p:nvPr/>
        </p:nvSpPr>
        <p:spPr>
          <a:xfrm>
            <a:off x="8503920" y="43891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03920" y="5074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03920" y="5413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myScheme.gov.in — Central + State, MSME &amp; NGO focus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286000"/>
            <a:ext cx="5486400" cy="54864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platform goes from here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document verification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30428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Auto-verify income certificates and registration proofs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4944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AI-drafted applications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49440" y="230428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 forms using profile and scheme requirements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3566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compliance expansion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99592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FCRA, 12A, and 80G data sources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6118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3566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tracking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49440" y="399592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renewal reminders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3035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5257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80160" y="56875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accessibility across India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53035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9440" y="5257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State-level expansion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49440" y="56875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coverage beyond central schemes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2026-07-15T18:24:27Z</dcterms:created>
  <dcterms:modified xsi:type="dcterms:W3CDTF">2026-07-15T18:24:27Z</dcterms:modified>
</cp:coreProperties>
</file>